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3024" r:id="rId2"/>
    <p:sldId id="3035" r:id="rId3"/>
    <p:sldId id="3034" r:id="rId4"/>
    <p:sldId id="3025" r:id="rId5"/>
    <p:sldId id="3026" r:id="rId6"/>
    <p:sldId id="3028" r:id="rId7"/>
    <p:sldId id="3029" r:id="rId8"/>
    <p:sldId id="3039" r:id="rId9"/>
    <p:sldId id="3030" r:id="rId10"/>
    <p:sldId id="3040" r:id="rId11"/>
    <p:sldId id="303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0000"/>
    <a:srgbClr val="B4C6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86984C-3B85-9092-0AE9-A50D799ACEC0}" v="244" dt="2024-02-05T18:50:29.756"/>
    <p1510:client id="{08F69AD2-8B20-2D48-EA55-31C6E6EB6AE9}" v="23" dt="2024-02-05T22:34:53.056"/>
    <p1510:client id="{17E7F985-2A4A-48DC-93D5-18621EC88AC7}" v="147" dt="2024-02-05T23:25:12.681"/>
    <p1510:client id="{1F9B1307-1B01-BD44-0623-B2126FD28FD1}" v="90" dt="2024-02-05T07:31:30.591"/>
    <p1510:client id="{221EE2B6-AD2E-4837-86E7-138ECD788100}" v="10" dt="2024-02-05T15:30:19.632"/>
    <p1510:client id="{4213A783-82D9-4D48-4D23-346FC84C3D38}" v="59" dt="2024-02-05T14:17:14.459"/>
    <p1510:client id="{5DC34132-5AEB-F564-7A19-AB8A6469E212}" v="1" dt="2024-02-05T17:01:58.123"/>
    <p1510:client id="{6235840A-DB9C-4C23-8920-CFB3F8A6AF07}" v="27" dt="2024-02-05T03:05:23.362"/>
    <p1510:client id="{8193697C-0C47-FF43-8002-E1A8CAC9CC3B}" v="9" dt="2024-02-05T23:36:18.222"/>
    <p1510:client id="{87D2FC84-CD95-37A9-9690-1EC1F772854E}" v="196" dt="2024-02-05T14:12:44.162"/>
    <p1510:client id="{B667D2A3-D689-414B-4D58-E86392F03D81}" v="4" dt="2024-02-05T02:42:53.758"/>
    <p1510:client id="{B6F5FB2B-311F-F04C-CB7E-D834D746A7F5}" v="5" dt="2024-02-05T23:22:39.530"/>
    <p1510:client id="{B93B4436-5B71-AE17-45D1-C19B9B16DEC2}" v="14" dt="2024-02-05T19:53:41.848"/>
    <p1510:client id="{C7DB3A79-EA3C-2D36-41B8-94DDE07161A4}" v="31" dt="2024-02-05T02:00:58.391"/>
    <p1510:client id="{ED7F9768-FC10-BD46-046C-DC88E38728B1}" v="30" dt="2024-02-05T23:15:54.670"/>
    <p1510:client id="{F54A9D30-66CC-F09D-B023-C158DE0DEE95}" v="196" dt="2024-02-05T03:04:53.56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7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chwartz, Drew" userId="S::drewds@email.sc.edu::2ef71c89-d437-4192-84f6-5f028ae90dd6" providerId="AD" clId="Web-{2F93FDB1-A274-A16F-B33E-CD21FB3DB7D6}"/>
    <pc:docChg chg="modSld">
      <pc:chgData name="Schwartz, Drew" userId="S::drewds@email.sc.edu::2ef71c89-d437-4192-84f6-5f028ae90dd6" providerId="AD" clId="Web-{2F93FDB1-A274-A16F-B33E-CD21FB3DB7D6}" dt="2024-02-01T01:55:59.038" v="284" actId="20577"/>
      <pc:docMkLst>
        <pc:docMk/>
      </pc:docMkLst>
      <pc:sldChg chg="modSp">
        <pc:chgData name="Schwartz, Drew" userId="S::drewds@email.sc.edu::2ef71c89-d437-4192-84f6-5f028ae90dd6" providerId="AD" clId="Web-{2F93FDB1-A274-A16F-B33E-CD21FB3DB7D6}" dt="2024-02-01T01:55:59.038" v="284" actId="20577"/>
        <pc:sldMkLst>
          <pc:docMk/>
          <pc:sldMk cId="1576315634" sldId="3029"/>
        </pc:sldMkLst>
        <pc:spChg chg="mod">
          <ac:chgData name="Schwartz, Drew" userId="S::drewds@email.sc.edu::2ef71c89-d437-4192-84f6-5f028ae90dd6" providerId="AD" clId="Web-{2F93FDB1-A274-A16F-B33E-CD21FB3DB7D6}" dt="2024-02-01T01:55:59.038" v="284" actId="20577"/>
          <ac:spMkLst>
            <pc:docMk/>
            <pc:sldMk cId="1576315634" sldId="3029"/>
            <ac:spMk id="3" creationId="{4FB2C610-4871-F942-5802-A49A34D7A689}"/>
          </ac:spMkLst>
        </pc:spChg>
      </pc:sldChg>
    </pc:docChg>
  </pc:docChgLst>
  <pc:docChgLst>
    <pc:chgData name="Scheffler, Bryan" userId="S::schefflb@email.sc.edu::2aac2a86-2cb0-4da6-bc61-a29d25ee2e8a" providerId="AD" clId="Web-{5AA6CFEE-2ACC-59DE-DD87-2AAE013210EB}"/>
    <pc:docChg chg="modSld">
      <pc:chgData name="Scheffler, Bryan" userId="S::schefflb@email.sc.edu::2aac2a86-2cb0-4da6-bc61-a29d25ee2e8a" providerId="AD" clId="Web-{5AA6CFEE-2ACC-59DE-DD87-2AAE013210EB}" dt="2024-02-05T03:09:04.127" v="1" actId="14100"/>
      <pc:docMkLst>
        <pc:docMk/>
      </pc:docMkLst>
      <pc:sldChg chg="modSp">
        <pc:chgData name="Scheffler, Bryan" userId="S::schefflb@email.sc.edu::2aac2a86-2cb0-4da6-bc61-a29d25ee2e8a" providerId="AD" clId="Web-{5AA6CFEE-2ACC-59DE-DD87-2AAE013210EB}" dt="2024-02-05T03:09:04.127" v="1" actId="14100"/>
        <pc:sldMkLst>
          <pc:docMk/>
          <pc:sldMk cId="1798079639" sldId="3039"/>
        </pc:sldMkLst>
        <pc:graphicFrameChg chg="mod">
          <ac:chgData name="Scheffler, Bryan" userId="S::schefflb@email.sc.edu::2aac2a86-2cb0-4da6-bc61-a29d25ee2e8a" providerId="AD" clId="Web-{5AA6CFEE-2ACC-59DE-DD87-2AAE013210EB}" dt="2024-02-05T03:09:04.127" v="1" actId="14100"/>
          <ac:graphicFrameMkLst>
            <pc:docMk/>
            <pc:sldMk cId="1798079639" sldId="3039"/>
            <ac:graphicFrameMk id="5" creationId="{D03AB499-0C70-0356-C5A4-F04D654564D8}"/>
          </ac:graphicFrameMkLst>
        </pc:graphicFrameChg>
      </pc:sldChg>
    </pc:docChg>
  </pc:docChgLst>
  <pc:docChgLst>
    <pc:chgData name="Williams, Jonnie" userId="S::jonniew@email.sc.edu::fcec637e-7112-4a02-87f3-24bfc9eb0bd6" providerId="AD" clId="Web-{B1FE754B-7D2C-4103-9FC6-40062FFF8CD0}"/>
    <pc:docChg chg="modSld">
      <pc:chgData name="Williams, Jonnie" userId="S::jonniew@email.sc.edu::fcec637e-7112-4a02-87f3-24bfc9eb0bd6" providerId="AD" clId="Web-{B1FE754B-7D2C-4103-9FC6-40062FFF8CD0}" dt="2024-02-01T04:26:24.918" v="128" actId="20577"/>
      <pc:docMkLst>
        <pc:docMk/>
      </pc:docMkLst>
      <pc:sldChg chg="addSp modSp">
        <pc:chgData name="Williams, Jonnie" userId="S::jonniew@email.sc.edu::fcec637e-7112-4a02-87f3-24bfc9eb0bd6" providerId="AD" clId="Web-{B1FE754B-7D2C-4103-9FC6-40062FFF8CD0}" dt="2024-02-01T04:26:24.918" v="128" actId="20577"/>
        <pc:sldMkLst>
          <pc:docMk/>
          <pc:sldMk cId="3501736573" sldId="3026"/>
        </pc:sldMkLst>
        <pc:spChg chg="mod">
          <ac:chgData name="Williams, Jonnie" userId="S::jonniew@email.sc.edu::fcec637e-7112-4a02-87f3-24bfc9eb0bd6" providerId="AD" clId="Web-{B1FE754B-7D2C-4103-9FC6-40062FFF8CD0}" dt="2024-02-01T04:25:47.761" v="124" actId="20577"/>
          <ac:spMkLst>
            <pc:docMk/>
            <pc:sldMk cId="3501736573" sldId="3026"/>
            <ac:spMk id="6" creationId="{A45A08B7-D464-A430-E31B-B0F837796B5A}"/>
          </ac:spMkLst>
        </pc:spChg>
        <pc:spChg chg="mod">
          <ac:chgData name="Williams, Jonnie" userId="S::jonniew@email.sc.edu::fcec637e-7112-4a02-87f3-24bfc9eb0bd6" providerId="AD" clId="Web-{B1FE754B-7D2C-4103-9FC6-40062FFF8CD0}" dt="2024-02-01T04:26:24.918" v="128" actId="20577"/>
          <ac:spMkLst>
            <pc:docMk/>
            <pc:sldMk cId="3501736573" sldId="3026"/>
            <ac:spMk id="10" creationId="{3218BAF2-479F-0C63-8498-A0097600CEAD}"/>
          </ac:spMkLst>
        </pc:spChg>
        <pc:picChg chg="add mod">
          <ac:chgData name="Williams, Jonnie" userId="S::jonniew@email.sc.edu::fcec637e-7112-4a02-87f3-24bfc9eb0bd6" providerId="AD" clId="Web-{B1FE754B-7D2C-4103-9FC6-40062FFF8CD0}" dt="2024-02-01T01:51:01.579" v="6" actId="1076"/>
          <ac:picMkLst>
            <pc:docMk/>
            <pc:sldMk cId="3501736573" sldId="3026"/>
            <ac:picMk id="8" creationId="{6DB23FFA-949A-2F22-6057-E171160143F1}"/>
          </ac:picMkLst>
        </pc:picChg>
        <pc:picChg chg="add mod">
          <ac:chgData name="Williams, Jonnie" userId="S::jonniew@email.sc.edu::fcec637e-7112-4a02-87f3-24bfc9eb0bd6" providerId="AD" clId="Web-{B1FE754B-7D2C-4103-9FC6-40062FFF8CD0}" dt="2024-02-01T01:50:58.829" v="5" actId="1076"/>
          <ac:picMkLst>
            <pc:docMk/>
            <pc:sldMk cId="3501736573" sldId="3026"/>
            <ac:picMk id="11" creationId="{8606D2FD-AA01-9D6B-8906-95B4E3EAA055}"/>
          </ac:picMkLst>
        </pc:picChg>
      </pc:sldChg>
    </pc:docChg>
  </pc:docChgLst>
  <pc:docChgLst>
    <pc:chgData name="Goldberg, Leo" userId="754e0aa0-4a25-4c19-b31f-419bdf8252e4" providerId="ADAL" clId="{6235840A-DB9C-4C23-8920-CFB3F8A6AF07}"/>
    <pc:docChg chg="undo custSel modSld">
      <pc:chgData name="Goldberg, Leo" userId="754e0aa0-4a25-4c19-b31f-419bdf8252e4" providerId="ADAL" clId="{6235840A-DB9C-4C23-8920-CFB3F8A6AF07}" dt="2024-02-05T03:05:23.362" v="23" actId="1076"/>
      <pc:docMkLst>
        <pc:docMk/>
      </pc:docMkLst>
      <pc:sldChg chg="addSp delSp modSp mod">
        <pc:chgData name="Goldberg, Leo" userId="754e0aa0-4a25-4c19-b31f-419bdf8252e4" providerId="ADAL" clId="{6235840A-DB9C-4C23-8920-CFB3F8A6AF07}" dt="2024-02-05T03:05:23.362" v="23" actId="1076"/>
        <pc:sldMkLst>
          <pc:docMk/>
          <pc:sldMk cId="1798079639" sldId="3039"/>
        </pc:sldMkLst>
        <pc:spChg chg="add del">
          <ac:chgData name="Goldberg, Leo" userId="754e0aa0-4a25-4c19-b31f-419bdf8252e4" providerId="ADAL" clId="{6235840A-DB9C-4C23-8920-CFB3F8A6AF07}" dt="2024-02-05T03:01:32.316" v="1" actId="22"/>
          <ac:spMkLst>
            <pc:docMk/>
            <pc:sldMk cId="1798079639" sldId="3039"/>
            <ac:spMk id="3" creationId="{4DE9FDE7-0376-218E-0C1E-5EC3752FD1DE}"/>
          </ac:spMkLst>
        </pc:spChg>
        <pc:graphicFrameChg chg="add mod">
          <ac:chgData name="Goldberg, Leo" userId="754e0aa0-4a25-4c19-b31f-419bdf8252e4" providerId="ADAL" clId="{6235840A-DB9C-4C23-8920-CFB3F8A6AF07}" dt="2024-02-05T03:05:03.270" v="19"/>
          <ac:graphicFrameMkLst>
            <pc:docMk/>
            <pc:sldMk cId="1798079639" sldId="3039"/>
            <ac:graphicFrameMk id="2" creationId="{8AA61473-CDF9-A835-0698-7215E37B830E}"/>
          </ac:graphicFrameMkLst>
        </pc:graphicFrameChg>
        <pc:graphicFrameChg chg="del">
          <ac:chgData name="Goldberg, Leo" userId="754e0aa0-4a25-4c19-b31f-419bdf8252e4" providerId="ADAL" clId="{6235840A-DB9C-4C23-8920-CFB3F8A6AF07}" dt="2024-02-05T03:05:01.350" v="18" actId="478"/>
          <ac:graphicFrameMkLst>
            <pc:docMk/>
            <pc:sldMk cId="1798079639" sldId="3039"/>
            <ac:graphicFrameMk id="3" creationId="{4E1D4EC7-F768-19F3-FCC8-4D1143E8FBB4}"/>
          </ac:graphicFrameMkLst>
        </pc:graphicFrameChg>
        <pc:graphicFrameChg chg="add mod">
          <ac:chgData name="Goldberg, Leo" userId="754e0aa0-4a25-4c19-b31f-419bdf8252e4" providerId="ADAL" clId="{6235840A-DB9C-4C23-8920-CFB3F8A6AF07}" dt="2024-02-05T03:05:23.362" v="23" actId="1076"/>
          <ac:graphicFrameMkLst>
            <pc:docMk/>
            <pc:sldMk cId="1798079639" sldId="3039"/>
            <ac:graphicFrameMk id="5" creationId="{D03AB499-0C70-0356-C5A4-F04D654564D8}"/>
          </ac:graphicFrameMkLst>
        </pc:graphicFrameChg>
        <pc:graphicFrameChg chg="add mod">
          <ac:chgData name="Goldberg, Leo" userId="754e0aa0-4a25-4c19-b31f-419bdf8252e4" providerId="ADAL" clId="{6235840A-DB9C-4C23-8920-CFB3F8A6AF07}" dt="2024-02-05T03:01:49.236" v="2"/>
          <ac:graphicFrameMkLst>
            <pc:docMk/>
            <pc:sldMk cId="1798079639" sldId="3039"/>
            <ac:graphicFrameMk id="5" creationId="{D4BA3ECA-3F41-A743-C1D0-B2D1E6A1300C}"/>
          </ac:graphicFrameMkLst>
        </pc:graphicFrameChg>
        <pc:graphicFrameChg chg="add del mod">
          <ac:chgData name="Goldberg, Leo" userId="754e0aa0-4a25-4c19-b31f-419bdf8252e4" providerId="ADAL" clId="{6235840A-DB9C-4C23-8920-CFB3F8A6AF07}" dt="2024-02-05T03:02:26.550" v="15" actId="478"/>
          <ac:graphicFrameMkLst>
            <pc:docMk/>
            <pc:sldMk cId="1798079639" sldId="3039"/>
            <ac:graphicFrameMk id="6" creationId="{FCFBB907-E4F9-48EB-5AC9-A568F6050C71}"/>
          </ac:graphicFrameMkLst>
        </pc:graphicFrameChg>
        <pc:graphicFrameChg chg="add mod">
          <ac:chgData name="Goldberg, Leo" userId="754e0aa0-4a25-4c19-b31f-419bdf8252e4" providerId="ADAL" clId="{6235840A-DB9C-4C23-8920-CFB3F8A6AF07}" dt="2024-02-05T03:03:21.912" v="16"/>
          <ac:graphicFrameMkLst>
            <pc:docMk/>
            <pc:sldMk cId="1798079639" sldId="3039"/>
            <ac:graphicFrameMk id="8" creationId="{2C416879-8D28-9DCD-3FAA-D0DE8A69E72C}"/>
          </ac:graphicFrameMkLst>
        </pc:graphicFrameChg>
        <pc:graphicFrameChg chg="add mod">
          <ac:chgData name="Goldberg, Leo" userId="754e0aa0-4a25-4c19-b31f-419bdf8252e4" providerId="ADAL" clId="{6235840A-DB9C-4C23-8920-CFB3F8A6AF07}" dt="2024-02-05T03:03:24.657" v="17"/>
          <ac:graphicFrameMkLst>
            <pc:docMk/>
            <pc:sldMk cId="1798079639" sldId="3039"/>
            <ac:graphicFrameMk id="10" creationId="{9F5C8223-0C1C-63B0-69F9-C7EAE7469617}"/>
          </ac:graphicFrameMkLst>
        </pc:graphicFrameChg>
      </pc:sldChg>
    </pc:docChg>
  </pc:docChgLst>
  <pc:docChgLst>
    <pc:chgData name="MIHALIK, ANNA" userId="S::amihalik@email.sc.edu::250cf866-8738-4a94-896f-8824a38bb762" providerId="AD" clId="Web-{87D2FC84-CD95-37A9-9690-1EC1F772854E}"/>
    <pc:docChg chg="modSld">
      <pc:chgData name="MIHALIK, ANNA" userId="S::amihalik@email.sc.edu::250cf866-8738-4a94-896f-8824a38bb762" providerId="AD" clId="Web-{87D2FC84-CD95-37A9-9690-1EC1F772854E}" dt="2024-02-05T14:12:43.177" v="192" actId="20577"/>
      <pc:docMkLst>
        <pc:docMk/>
      </pc:docMkLst>
      <pc:sldChg chg="addSp modSp">
        <pc:chgData name="MIHALIK, ANNA" userId="S::amihalik@email.sc.edu::250cf866-8738-4a94-896f-8824a38bb762" providerId="AD" clId="Web-{87D2FC84-CD95-37A9-9690-1EC1F772854E}" dt="2024-02-05T14:12:43.177" v="192" actId="20577"/>
        <pc:sldMkLst>
          <pc:docMk/>
          <pc:sldMk cId="3039098593" sldId="3035"/>
        </pc:sldMkLst>
        <pc:spChg chg="add mod">
          <ac:chgData name="MIHALIK, ANNA" userId="S::amihalik@email.sc.edu::250cf866-8738-4a94-896f-8824a38bb762" providerId="AD" clId="Web-{87D2FC84-CD95-37A9-9690-1EC1F772854E}" dt="2024-02-05T14:12:43.177" v="192" actId="20577"/>
          <ac:spMkLst>
            <pc:docMk/>
            <pc:sldMk cId="3039098593" sldId="3035"/>
            <ac:spMk id="2" creationId="{01C22758-8208-CC80-3A8B-C98878795FE8}"/>
          </ac:spMkLst>
        </pc:spChg>
        <pc:spChg chg="mod">
          <ac:chgData name="MIHALIK, ANNA" userId="S::amihalik@email.sc.edu::250cf866-8738-4a94-896f-8824a38bb762" providerId="AD" clId="Web-{87D2FC84-CD95-37A9-9690-1EC1F772854E}" dt="2024-02-05T14:06:53.498" v="123"/>
          <ac:spMkLst>
            <pc:docMk/>
            <pc:sldMk cId="3039098593" sldId="3035"/>
            <ac:spMk id="3" creationId="{CC096ACC-EF6D-883F-5289-83A7D8988F97}"/>
          </ac:spMkLst>
        </pc:spChg>
        <pc:spChg chg="mod">
          <ac:chgData name="MIHALIK, ANNA" userId="S::amihalik@email.sc.edu::250cf866-8738-4a94-896f-8824a38bb762" providerId="AD" clId="Web-{87D2FC84-CD95-37A9-9690-1EC1F772854E}" dt="2024-02-05T14:07:45.796" v="137" actId="20577"/>
          <ac:spMkLst>
            <pc:docMk/>
            <pc:sldMk cId="3039098593" sldId="3035"/>
            <ac:spMk id="5" creationId="{CA677624-F4A4-4365-159D-41DCBAF198DE}"/>
          </ac:spMkLst>
        </pc:spChg>
        <pc:spChg chg="mod">
          <ac:chgData name="MIHALIK, ANNA" userId="S::amihalik@email.sc.edu::250cf866-8738-4a94-896f-8824a38bb762" providerId="AD" clId="Web-{87D2FC84-CD95-37A9-9690-1EC1F772854E}" dt="2024-02-05T14:07:06.811" v="126"/>
          <ac:spMkLst>
            <pc:docMk/>
            <pc:sldMk cId="3039098593" sldId="3035"/>
            <ac:spMk id="6" creationId="{32392B6E-E2E9-ABD6-8355-3124725833FE}"/>
          </ac:spMkLst>
        </pc:spChg>
      </pc:sldChg>
    </pc:docChg>
  </pc:docChgLst>
  <pc:docChgLst>
    <pc:chgData name="Scheffler, Bryan" userId="S::schefflb@email.sc.edu::2aac2a86-2cb0-4da6-bc61-a29d25ee2e8a" providerId="AD" clId="Web-{BBE762BA-95FB-47E6-8700-9B66BB7B2192}"/>
    <pc:docChg chg="addSld">
      <pc:chgData name="Scheffler, Bryan" userId="S::schefflb@email.sc.edu::2aac2a86-2cb0-4da6-bc61-a29d25ee2e8a" providerId="AD" clId="Web-{BBE762BA-95FB-47E6-8700-9B66BB7B2192}" dt="2024-02-02T05:20:35.079" v="0"/>
      <pc:docMkLst>
        <pc:docMk/>
      </pc:docMkLst>
      <pc:sldChg chg="new">
        <pc:chgData name="Scheffler, Bryan" userId="S::schefflb@email.sc.edu::2aac2a86-2cb0-4da6-bc61-a29d25ee2e8a" providerId="AD" clId="Web-{BBE762BA-95FB-47E6-8700-9B66BB7B2192}" dt="2024-02-02T05:20:35.079" v="0"/>
        <pc:sldMkLst>
          <pc:docMk/>
          <pc:sldMk cId="1383174116" sldId="3036"/>
        </pc:sldMkLst>
      </pc:sldChg>
    </pc:docChg>
  </pc:docChgLst>
  <pc:docChgLst>
    <pc:chgData name="Williams, Jonnie" userId="S::jonniew@email.sc.edu::fcec637e-7112-4a02-87f3-24bfc9eb0bd6" providerId="AD" clId="Web-{81EF7836-64FF-41C3-8B23-2F7FF29EC756}"/>
    <pc:docChg chg="modSld">
      <pc:chgData name="Williams, Jonnie" userId="S::jonniew@email.sc.edu::fcec637e-7112-4a02-87f3-24bfc9eb0bd6" providerId="AD" clId="Web-{81EF7836-64FF-41C3-8B23-2F7FF29EC756}" dt="2024-02-01T01:56:03.816" v="47" actId="1076"/>
      <pc:docMkLst>
        <pc:docMk/>
      </pc:docMkLst>
      <pc:sldChg chg="addSp modSp">
        <pc:chgData name="Williams, Jonnie" userId="S::jonniew@email.sc.edu::fcec637e-7112-4a02-87f3-24bfc9eb0bd6" providerId="AD" clId="Web-{81EF7836-64FF-41C3-8B23-2F7FF29EC756}" dt="2024-02-01T01:56:03.816" v="47" actId="1076"/>
        <pc:sldMkLst>
          <pc:docMk/>
          <pc:sldMk cId="3501736573" sldId="3026"/>
        </pc:sldMkLst>
        <pc:spChg chg="add mod">
          <ac:chgData name="Williams, Jonnie" userId="S::jonniew@email.sc.edu::fcec637e-7112-4a02-87f3-24bfc9eb0bd6" providerId="AD" clId="Web-{81EF7836-64FF-41C3-8B23-2F7FF29EC756}" dt="2024-02-01T01:46:47.322" v="46" actId="20577"/>
          <ac:spMkLst>
            <pc:docMk/>
            <pc:sldMk cId="3501736573" sldId="3026"/>
            <ac:spMk id="6" creationId="{A45A08B7-D464-A430-E31B-B0F837796B5A}"/>
          </ac:spMkLst>
        </pc:spChg>
        <pc:spChg chg="mod">
          <ac:chgData name="Williams, Jonnie" userId="S::jonniew@email.sc.edu::fcec637e-7112-4a02-87f3-24bfc9eb0bd6" providerId="AD" clId="Web-{81EF7836-64FF-41C3-8B23-2F7FF29EC756}" dt="2024-02-01T01:20:33.017" v="13" actId="20577"/>
          <ac:spMkLst>
            <pc:docMk/>
            <pc:sldMk cId="3501736573" sldId="3026"/>
            <ac:spMk id="7" creationId="{96C82F80-183A-1A53-578C-F21E94992955}"/>
          </ac:spMkLst>
        </pc:spChg>
        <pc:picChg chg="mod">
          <ac:chgData name="Williams, Jonnie" userId="S::jonniew@email.sc.edu::fcec637e-7112-4a02-87f3-24bfc9eb0bd6" providerId="AD" clId="Web-{81EF7836-64FF-41C3-8B23-2F7FF29EC756}" dt="2024-02-01T01:56:03.816" v="47" actId="1076"/>
          <ac:picMkLst>
            <pc:docMk/>
            <pc:sldMk cId="3501736573" sldId="3026"/>
            <ac:picMk id="11" creationId="{8606D2FD-AA01-9D6B-8906-95B4E3EAA055}"/>
          </ac:picMkLst>
        </pc:picChg>
      </pc:sldChg>
    </pc:docChg>
  </pc:docChgLst>
  <pc:docChgLst>
    <pc:chgData name="Wilson, Paige" userId="S::pew2@email.sc.edu::66fb3082-9842-41e6-b52c-ef9bc7dfdbbe" providerId="AD" clId="Web-{2B950ACC-805E-4C21-B7CE-A1BC64C4C2F0}"/>
    <pc:docChg chg="modSld">
      <pc:chgData name="Wilson, Paige" userId="S::pew2@email.sc.edu::66fb3082-9842-41e6-b52c-ef9bc7dfdbbe" providerId="AD" clId="Web-{2B950ACC-805E-4C21-B7CE-A1BC64C4C2F0}" dt="2024-02-01T02:51:52.691" v="2269" actId="1076"/>
      <pc:docMkLst>
        <pc:docMk/>
      </pc:docMkLst>
      <pc:sldChg chg="addSp delSp modSp">
        <pc:chgData name="Wilson, Paige" userId="S::pew2@email.sc.edu::66fb3082-9842-41e6-b52c-ef9bc7dfdbbe" providerId="AD" clId="Web-{2B950ACC-805E-4C21-B7CE-A1BC64C4C2F0}" dt="2024-02-01T02:51:52.691" v="2269" actId="1076"/>
        <pc:sldMkLst>
          <pc:docMk/>
          <pc:sldMk cId="1543330203" sldId="3028"/>
        </pc:sldMkLst>
        <pc:spChg chg="add mod">
          <ac:chgData name="Wilson, Paige" userId="S::pew2@email.sc.edu::66fb3082-9842-41e6-b52c-ef9bc7dfdbbe" providerId="AD" clId="Web-{2B950ACC-805E-4C21-B7CE-A1BC64C4C2F0}" dt="2024-02-01T01:54:42.723" v="1623" actId="20577"/>
          <ac:spMkLst>
            <pc:docMk/>
            <pc:sldMk cId="1543330203" sldId="3028"/>
            <ac:spMk id="3" creationId="{34B83616-A0E7-3322-C7D6-DD17C3CDC8C8}"/>
          </ac:spMkLst>
        </pc:spChg>
        <pc:spChg chg="mod">
          <ac:chgData name="Wilson, Paige" userId="S::pew2@email.sc.edu::66fb3082-9842-41e6-b52c-ef9bc7dfdbbe" providerId="AD" clId="Web-{2B950ACC-805E-4C21-B7CE-A1BC64C4C2F0}" dt="2024-02-01T02:28:35.189" v="1636" actId="20577"/>
          <ac:spMkLst>
            <pc:docMk/>
            <pc:sldMk cId="1543330203" sldId="3028"/>
            <ac:spMk id="7" creationId="{445F98FB-5C84-B7EA-2F95-0A6E9AF8A1D9}"/>
          </ac:spMkLst>
        </pc:spChg>
        <pc:spChg chg="add mod">
          <ac:chgData name="Wilson, Paige" userId="S::pew2@email.sc.edu::66fb3082-9842-41e6-b52c-ef9bc7dfdbbe" providerId="AD" clId="Web-{2B950ACC-805E-4C21-B7CE-A1BC64C4C2F0}" dt="2024-02-01T02:51:52.691" v="2269" actId="1076"/>
          <ac:spMkLst>
            <pc:docMk/>
            <pc:sldMk cId="1543330203" sldId="3028"/>
            <ac:spMk id="8" creationId="{6313BA35-70BA-7B68-D31D-695E81A90C59}"/>
          </ac:spMkLst>
        </pc:spChg>
        <pc:spChg chg="add mod">
          <ac:chgData name="Wilson, Paige" userId="S::pew2@email.sc.edu::66fb3082-9842-41e6-b52c-ef9bc7dfdbbe" providerId="AD" clId="Web-{2B950ACC-805E-4C21-B7CE-A1BC64C4C2F0}" dt="2024-02-01T02:51:43.019" v="2267" actId="1076"/>
          <ac:spMkLst>
            <pc:docMk/>
            <pc:sldMk cId="1543330203" sldId="3028"/>
            <ac:spMk id="10" creationId="{FC77B684-BF50-26A5-CED1-2F447F0BB4DB}"/>
          </ac:spMkLst>
        </pc:spChg>
        <pc:picChg chg="add del mod">
          <ac:chgData name="Wilson, Paige" userId="S::pew2@email.sc.edu::66fb3082-9842-41e6-b52c-ef9bc7dfdbbe" providerId="AD" clId="Web-{2B950ACC-805E-4C21-B7CE-A1BC64C4C2F0}" dt="2024-02-01T02:50:51.252" v="2256"/>
          <ac:picMkLst>
            <pc:docMk/>
            <pc:sldMk cId="1543330203" sldId="3028"/>
            <ac:picMk id="2" creationId="{E308E829-12D3-CE81-F1B1-81AC46D1E478}"/>
          </ac:picMkLst>
        </pc:picChg>
        <pc:picChg chg="add mod">
          <ac:chgData name="Wilson, Paige" userId="S::pew2@email.sc.edu::66fb3082-9842-41e6-b52c-ef9bc7dfdbbe" providerId="AD" clId="Web-{2B950ACC-805E-4C21-B7CE-A1BC64C4C2F0}" dt="2024-02-01T02:51:23.378" v="2265" actId="1076"/>
          <ac:picMkLst>
            <pc:docMk/>
            <pc:sldMk cId="1543330203" sldId="3028"/>
            <ac:picMk id="6" creationId="{D0FEC412-F5F9-E9AA-F3C4-05A4EFE9BB23}"/>
          </ac:picMkLst>
        </pc:picChg>
        <pc:picChg chg="add mod">
          <ac:chgData name="Wilson, Paige" userId="S::pew2@email.sc.edu::66fb3082-9842-41e6-b52c-ef9bc7dfdbbe" providerId="AD" clId="Web-{2B950ACC-805E-4C21-B7CE-A1BC64C4C2F0}" dt="2024-02-01T02:51:26.175" v="2266" actId="1076"/>
          <ac:picMkLst>
            <pc:docMk/>
            <pc:sldMk cId="1543330203" sldId="3028"/>
            <ac:picMk id="12" creationId="{C49A6833-B0C9-35E6-66DC-49CAF5684271}"/>
          </ac:picMkLst>
        </pc:picChg>
        <pc:picChg chg="add mod">
          <ac:chgData name="Wilson, Paige" userId="S::pew2@email.sc.edu::66fb3082-9842-41e6-b52c-ef9bc7dfdbbe" providerId="AD" clId="Web-{2B950ACC-805E-4C21-B7CE-A1BC64C4C2F0}" dt="2024-02-01T02:51:21.159" v="2264" actId="1076"/>
          <ac:picMkLst>
            <pc:docMk/>
            <pc:sldMk cId="1543330203" sldId="3028"/>
            <ac:picMk id="13" creationId="{E470ECCF-BE09-860C-ECF3-735A7BD9B0E6}"/>
          </ac:picMkLst>
        </pc:picChg>
        <pc:cxnChg chg="mod">
          <ac:chgData name="Wilson, Paige" userId="S::pew2@email.sc.edu::66fb3082-9842-41e6-b52c-ef9bc7dfdbbe" providerId="AD" clId="Web-{2B950ACC-805E-4C21-B7CE-A1BC64C4C2F0}" dt="2024-02-01T01:50:55.339" v="1308" actId="1076"/>
          <ac:cxnSpMkLst>
            <pc:docMk/>
            <pc:sldMk cId="1543330203" sldId="3028"/>
            <ac:cxnSpMk id="5" creationId="{33FCDBDA-1264-C9FB-F54E-3DF80BD35A46}"/>
          </ac:cxnSpMkLst>
        </pc:cxnChg>
        <pc:cxnChg chg="mod">
          <ac:chgData name="Wilson, Paige" userId="S::pew2@email.sc.edu::66fb3082-9842-41e6-b52c-ef9bc7dfdbbe" providerId="AD" clId="Web-{2B950ACC-805E-4C21-B7CE-A1BC64C4C2F0}" dt="2024-02-01T02:51:48.363" v="2268" actId="1076"/>
          <ac:cxnSpMkLst>
            <pc:docMk/>
            <pc:sldMk cId="1543330203" sldId="3028"/>
            <ac:cxnSpMk id="11" creationId="{6E14C498-8369-5FE4-5206-1FB6BCBBDCFC}"/>
          </ac:cxnSpMkLst>
        </pc:cxnChg>
      </pc:sldChg>
    </pc:docChg>
  </pc:docChgLst>
  <pc:docChgLst>
    <pc:chgData name="Wooley, Jackson" userId="S::jwooley@email.sc.edu::52e66747-40d9-447c-bf9e-c8ddaf380c23" providerId="AD" clId="Web-{CDFB88EC-6D24-46DC-8A07-B37BCF3FF982}"/>
    <pc:docChg chg="modSld">
      <pc:chgData name="Wooley, Jackson" userId="S::jwooley@email.sc.edu::52e66747-40d9-447c-bf9e-c8ddaf380c23" providerId="AD" clId="Web-{CDFB88EC-6D24-46DC-8A07-B37BCF3FF982}" dt="2024-02-01T01:51:50.604" v="264"/>
      <pc:docMkLst>
        <pc:docMk/>
      </pc:docMkLst>
      <pc:sldChg chg="addSp delSp modSp modNotes">
        <pc:chgData name="Wooley, Jackson" userId="S::jwooley@email.sc.edu::52e66747-40d9-447c-bf9e-c8ddaf380c23" providerId="AD" clId="Web-{CDFB88EC-6D24-46DC-8A07-B37BCF3FF982}" dt="2024-02-01T01:51:50.604" v="264"/>
        <pc:sldMkLst>
          <pc:docMk/>
          <pc:sldMk cId="2032715055" sldId="3025"/>
        </pc:sldMkLst>
        <pc:spChg chg="add del mod">
          <ac:chgData name="Wooley, Jackson" userId="S::jwooley@email.sc.edu::52e66747-40d9-447c-bf9e-c8ddaf380c23" providerId="AD" clId="Web-{CDFB88EC-6D24-46DC-8A07-B37BCF3FF982}" dt="2024-02-01T01:24:21.051" v="26"/>
          <ac:spMkLst>
            <pc:docMk/>
            <pc:sldMk cId="2032715055" sldId="3025"/>
            <ac:spMk id="2" creationId="{FC2581A7-6C91-D6B7-FD11-0E577E9A1C58}"/>
          </ac:spMkLst>
        </pc:spChg>
        <pc:spChg chg="mod">
          <ac:chgData name="Wooley, Jackson" userId="S::jwooley@email.sc.edu::52e66747-40d9-447c-bf9e-c8ddaf380c23" providerId="AD" clId="Web-{CDFB88EC-6D24-46DC-8A07-B37BCF3FF982}" dt="2024-02-01T01:30:38.469" v="89" actId="20577"/>
          <ac:spMkLst>
            <pc:docMk/>
            <pc:sldMk cId="2032715055" sldId="3025"/>
            <ac:spMk id="2" creationId="{FF10FD72-A48E-7A78-1DC9-5B24551122FF}"/>
          </ac:spMkLst>
        </pc:spChg>
        <pc:spChg chg="mod">
          <ac:chgData name="Wooley, Jackson" userId="S::jwooley@email.sc.edu::52e66747-40d9-447c-bf9e-c8ddaf380c23" providerId="AD" clId="Web-{CDFB88EC-6D24-46DC-8A07-B37BCF3FF982}" dt="2024-02-01T01:25:44.054" v="44" actId="14100"/>
          <ac:spMkLst>
            <pc:docMk/>
            <pc:sldMk cId="2032715055" sldId="3025"/>
            <ac:spMk id="3" creationId="{F57C6247-127E-7106-95D2-D81E89A9E061}"/>
          </ac:spMkLst>
        </pc:spChg>
        <pc:spChg chg="mod">
          <ac:chgData name="Wooley, Jackson" userId="S::jwooley@email.sc.edu::52e66747-40d9-447c-bf9e-c8ddaf380c23" providerId="AD" clId="Web-{CDFB88EC-6D24-46DC-8A07-B37BCF3FF982}" dt="2024-02-01T01:26:43.103" v="87" actId="20577"/>
          <ac:spMkLst>
            <pc:docMk/>
            <pc:sldMk cId="2032715055" sldId="3025"/>
            <ac:spMk id="5" creationId="{24EEBF46-67B1-C6B5-BD57-8CDBF0C39E56}"/>
          </ac:spMkLst>
        </pc:spChg>
        <pc:spChg chg="mod">
          <ac:chgData name="Wooley, Jackson" userId="S::jwooley@email.sc.edu::52e66747-40d9-447c-bf9e-c8ddaf380c23" providerId="AD" clId="Web-{CDFB88EC-6D24-46DC-8A07-B37BCF3FF982}" dt="2024-02-01T01:49:00.630" v="152" actId="20577"/>
          <ac:spMkLst>
            <pc:docMk/>
            <pc:sldMk cId="2032715055" sldId="3025"/>
            <ac:spMk id="6" creationId="{98FD5F10-7C26-ACE7-B227-86E47659610C}"/>
          </ac:spMkLst>
        </pc:spChg>
        <pc:spChg chg="mod">
          <ac:chgData name="Wooley, Jackson" userId="S::jwooley@email.sc.edu::52e66747-40d9-447c-bf9e-c8ddaf380c23" providerId="AD" clId="Web-{CDFB88EC-6D24-46DC-8A07-B37BCF3FF982}" dt="2024-02-01T01:12:13.357" v="19" actId="20577"/>
          <ac:spMkLst>
            <pc:docMk/>
            <pc:sldMk cId="2032715055" sldId="3025"/>
            <ac:spMk id="7" creationId="{BF724B61-11FF-FF27-E351-6208F6DDC894}"/>
          </ac:spMkLst>
        </pc:spChg>
        <pc:spChg chg="mod">
          <ac:chgData name="Wooley, Jackson" userId="S::jwooley@email.sc.edu::52e66747-40d9-447c-bf9e-c8ddaf380c23" providerId="AD" clId="Web-{CDFB88EC-6D24-46DC-8A07-B37BCF3FF982}" dt="2024-02-01T01:46:09.625" v="136" actId="20577"/>
          <ac:spMkLst>
            <pc:docMk/>
            <pc:sldMk cId="2032715055" sldId="3025"/>
            <ac:spMk id="17" creationId="{4E2237F7-801B-7C23-73C6-53C5FE891B9B}"/>
          </ac:spMkLst>
        </pc:spChg>
        <pc:picChg chg="add del mod">
          <ac:chgData name="Wooley, Jackson" userId="S::jwooley@email.sc.edu::52e66747-40d9-447c-bf9e-c8ddaf380c23" providerId="AD" clId="Web-{CDFB88EC-6D24-46DC-8A07-B37BCF3FF982}" dt="2024-02-01T01:42:22.710" v="120"/>
          <ac:picMkLst>
            <pc:docMk/>
            <pc:sldMk cId="2032715055" sldId="3025"/>
            <ac:picMk id="11" creationId="{3A45CF41-FF67-2CBA-16A4-B948556B6236}"/>
          </ac:picMkLst>
        </pc:picChg>
        <pc:picChg chg="add del mod">
          <ac:chgData name="Wooley, Jackson" userId="S::jwooley@email.sc.edu::52e66747-40d9-447c-bf9e-c8ddaf380c23" providerId="AD" clId="Web-{CDFB88EC-6D24-46DC-8A07-B37BCF3FF982}" dt="2024-02-01T01:42:46.648" v="123"/>
          <ac:picMkLst>
            <pc:docMk/>
            <pc:sldMk cId="2032715055" sldId="3025"/>
            <ac:picMk id="12" creationId="{E2805CFF-1437-BBD7-1053-764ABC6C1124}"/>
          </ac:picMkLst>
        </pc:picChg>
        <pc:picChg chg="add mod">
          <ac:chgData name="Wooley, Jackson" userId="S::jwooley@email.sc.edu::52e66747-40d9-447c-bf9e-c8ddaf380c23" providerId="AD" clId="Web-{CDFB88EC-6D24-46DC-8A07-B37BCF3FF982}" dt="2024-02-01T01:46:18.438" v="138" actId="1076"/>
          <ac:picMkLst>
            <pc:docMk/>
            <pc:sldMk cId="2032715055" sldId="3025"/>
            <ac:picMk id="13" creationId="{58594E7E-A1AC-D649-3C6E-A763E1A87816}"/>
          </ac:picMkLst>
        </pc:picChg>
        <pc:picChg chg="mod">
          <ac:chgData name="Wooley, Jackson" userId="S::jwooley@email.sc.edu::52e66747-40d9-447c-bf9e-c8ddaf380c23" providerId="AD" clId="Web-{CDFB88EC-6D24-46DC-8A07-B37BCF3FF982}" dt="2024-02-01T01:46:24.157" v="140" actId="1076"/>
          <ac:picMkLst>
            <pc:docMk/>
            <pc:sldMk cId="2032715055" sldId="3025"/>
            <ac:picMk id="14" creationId="{3DC64002-3505-AF93-80C0-0F2B004A33C2}"/>
          </ac:picMkLst>
        </pc:picChg>
        <pc:picChg chg="add mod">
          <ac:chgData name="Wooley, Jackson" userId="S::jwooley@email.sc.edu::52e66747-40d9-447c-bf9e-c8ddaf380c23" providerId="AD" clId="Web-{CDFB88EC-6D24-46DC-8A07-B37BCF3FF982}" dt="2024-02-01T01:46:20.500" v="139" actId="1076"/>
          <ac:picMkLst>
            <pc:docMk/>
            <pc:sldMk cId="2032715055" sldId="3025"/>
            <ac:picMk id="15" creationId="{3DB30EA7-79EF-DB78-0DE4-FAEE578F10DB}"/>
          </ac:picMkLst>
        </pc:picChg>
        <pc:picChg chg="mod">
          <ac:chgData name="Wooley, Jackson" userId="S::jwooley@email.sc.edu::52e66747-40d9-447c-bf9e-c8ddaf380c23" providerId="AD" clId="Web-{CDFB88EC-6D24-46DC-8A07-B37BCF3FF982}" dt="2024-02-01T01:46:14.297" v="137" actId="1076"/>
          <ac:picMkLst>
            <pc:docMk/>
            <pc:sldMk cId="2032715055" sldId="3025"/>
            <ac:picMk id="16" creationId="{0015B809-8683-6CDE-FF9E-9FAC47D528F3}"/>
          </ac:picMkLst>
        </pc:picChg>
        <pc:picChg chg="add del mod">
          <ac:chgData name="Wooley, Jackson" userId="S::jwooley@email.sc.edu::52e66747-40d9-447c-bf9e-c8ddaf380c23" providerId="AD" clId="Web-{CDFB88EC-6D24-46DC-8A07-B37BCF3FF982}" dt="2024-02-01T01:48:57.021" v="147"/>
          <ac:picMkLst>
            <pc:docMk/>
            <pc:sldMk cId="2032715055" sldId="3025"/>
            <ac:picMk id="18" creationId="{3221A720-3757-6434-BD55-C901E0C70213}"/>
          </ac:picMkLst>
        </pc:picChg>
        <pc:cxnChg chg="add mod">
          <ac:chgData name="Wooley, Jackson" userId="S::jwooley@email.sc.edu::52e66747-40d9-447c-bf9e-c8ddaf380c23" providerId="AD" clId="Web-{CDFB88EC-6D24-46DC-8A07-B37BCF3FF982}" dt="2024-02-01T01:41:08.395" v="117" actId="1076"/>
          <ac:cxnSpMkLst>
            <pc:docMk/>
            <pc:sldMk cId="2032715055" sldId="3025"/>
            <ac:cxnSpMk id="10" creationId="{F332DCAE-3279-41DF-E712-E36A112BF133}"/>
          </ac:cxnSpMkLst>
        </pc:cxnChg>
      </pc:sldChg>
    </pc:docChg>
  </pc:docChgLst>
  <pc:docChgLst>
    <pc:chgData name="Matthews, Jackson" userId="S::jfm9@email.sc.edu::2d1cc17c-055b-4f1d-9ab4-23d6bb8be358" providerId="AD" clId="Web-{C0BB517B-1FC4-4695-B3D3-90EE455CA436}"/>
    <pc:docChg chg="modSld">
      <pc:chgData name="Matthews, Jackson" userId="S::jfm9@email.sc.edu::2d1cc17c-055b-4f1d-9ab4-23d6bb8be358" providerId="AD" clId="Web-{C0BB517B-1FC4-4695-B3D3-90EE455CA436}" dt="2024-02-01T01:30:12.708" v="0" actId="20577"/>
      <pc:docMkLst>
        <pc:docMk/>
      </pc:docMkLst>
      <pc:sldChg chg="modSp">
        <pc:chgData name="Matthews, Jackson" userId="S::jfm9@email.sc.edu::2d1cc17c-055b-4f1d-9ab4-23d6bb8be358" providerId="AD" clId="Web-{C0BB517B-1FC4-4695-B3D3-90EE455CA436}" dt="2024-02-01T01:30:12.708" v="0" actId="20577"/>
        <pc:sldMkLst>
          <pc:docMk/>
          <pc:sldMk cId="3705041650" sldId="3030"/>
        </pc:sldMkLst>
        <pc:spChg chg="mod">
          <ac:chgData name="Matthews, Jackson" userId="S::jfm9@email.sc.edu::2d1cc17c-055b-4f1d-9ab4-23d6bb8be358" providerId="AD" clId="Web-{C0BB517B-1FC4-4695-B3D3-90EE455CA436}" dt="2024-02-01T01:30:12.708" v="0" actId="20577"/>
          <ac:spMkLst>
            <pc:docMk/>
            <pc:sldMk cId="3705041650" sldId="3030"/>
            <ac:spMk id="7" creationId="{07B5AD68-09DF-3701-80EF-B05E852C1041}"/>
          </ac:spMkLst>
        </pc:spChg>
      </pc:sldChg>
    </pc:docChg>
  </pc:docChgLst>
  <pc:docChgLst>
    <pc:chgData name="Doner, Ethan" userId="S::edoner@email.sc.edu::f2b02dd1-bc81-458b-91c9-7f3c6c91e5a2" providerId="AD" clId="Web-{AC18743D-C621-4877-9C93-C666FC706D12}"/>
    <pc:docChg chg="modSld">
      <pc:chgData name="Doner, Ethan" userId="S::edoner@email.sc.edu::f2b02dd1-bc81-458b-91c9-7f3c6c91e5a2" providerId="AD" clId="Web-{AC18743D-C621-4877-9C93-C666FC706D12}" dt="2024-02-01T01:51:24.820" v="476" actId="20577"/>
      <pc:docMkLst>
        <pc:docMk/>
      </pc:docMkLst>
      <pc:sldChg chg="addSp delSp modSp">
        <pc:chgData name="Doner, Ethan" userId="S::edoner@email.sc.edu::f2b02dd1-bc81-458b-91c9-7f3c6c91e5a2" providerId="AD" clId="Web-{AC18743D-C621-4877-9C93-C666FC706D12}" dt="2024-02-01T01:51:24.820" v="476" actId="20577"/>
        <pc:sldMkLst>
          <pc:docMk/>
          <pc:sldMk cId="2032715055" sldId="3025"/>
        </pc:sldMkLst>
        <pc:spChg chg="add mod">
          <ac:chgData name="Doner, Ethan" userId="S::edoner@email.sc.edu::f2b02dd1-bc81-458b-91c9-7f3c6c91e5a2" providerId="AD" clId="Web-{AC18743D-C621-4877-9C93-C666FC706D12}" dt="2024-02-01T01:37:27.265" v="363" actId="1076"/>
          <ac:spMkLst>
            <pc:docMk/>
            <pc:sldMk cId="2032715055" sldId="3025"/>
            <ac:spMk id="2" creationId="{FF10FD72-A48E-7A78-1DC9-5B24551122FF}"/>
          </ac:spMkLst>
        </pc:spChg>
        <pc:spChg chg="add mod">
          <ac:chgData name="Doner, Ethan" userId="S::edoner@email.sc.edu::f2b02dd1-bc81-458b-91c9-7f3c6c91e5a2" providerId="AD" clId="Web-{AC18743D-C621-4877-9C93-C666FC706D12}" dt="2024-02-01T01:51:24.820" v="476" actId="20577"/>
          <ac:spMkLst>
            <pc:docMk/>
            <pc:sldMk cId="2032715055" sldId="3025"/>
            <ac:spMk id="3" creationId="{F57C6247-127E-7106-95D2-D81E89A9E061}"/>
          </ac:spMkLst>
        </pc:spChg>
        <pc:spChg chg="add mod">
          <ac:chgData name="Doner, Ethan" userId="S::edoner@email.sc.edu::f2b02dd1-bc81-458b-91c9-7f3c6c91e5a2" providerId="AD" clId="Web-{AC18743D-C621-4877-9C93-C666FC706D12}" dt="2024-02-01T01:42:29.519" v="432" actId="20577"/>
          <ac:spMkLst>
            <pc:docMk/>
            <pc:sldMk cId="2032715055" sldId="3025"/>
            <ac:spMk id="5" creationId="{24EEBF46-67B1-C6B5-BD57-8CDBF0C39E56}"/>
          </ac:spMkLst>
        </pc:spChg>
        <pc:spChg chg="add mod">
          <ac:chgData name="Doner, Ethan" userId="S::edoner@email.sc.edu::f2b02dd1-bc81-458b-91c9-7f3c6c91e5a2" providerId="AD" clId="Web-{AC18743D-C621-4877-9C93-C666FC706D12}" dt="2024-02-01T01:49:34.656" v="474" actId="20577"/>
          <ac:spMkLst>
            <pc:docMk/>
            <pc:sldMk cId="2032715055" sldId="3025"/>
            <ac:spMk id="6" creationId="{98FD5F10-7C26-ACE7-B227-86E47659610C}"/>
          </ac:spMkLst>
        </pc:spChg>
        <pc:spChg chg="add mod">
          <ac:chgData name="Doner, Ethan" userId="S::edoner@email.sc.edu::f2b02dd1-bc81-458b-91c9-7f3c6c91e5a2" providerId="AD" clId="Web-{AC18743D-C621-4877-9C93-C666FC706D12}" dt="2024-02-01T01:46:00.283" v="454" actId="20577"/>
          <ac:spMkLst>
            <pc:docMk/>
            <pc:sldMk cId="2032715055" sldId="3025"/>
            <ac:spMk id="17" creationId="{4E2237F7-801B-7C23-73C6-53C5FE891B9B}"/>
          </ac:spMkLst>
        </pc:spChg>
        <pc:picChg chg="add del mod">
          <ac:chgData name="Doner, Ethan" userId="S::edoner@email.sc.edu::f2b02dd1-bc81-458b-91c9-7f3c6c91e5a2" providerId="AD" clId="Web-{AC18743D-C621-4877-9C93-C666FC706D12}" dt="2024-02-01T01:40:14.448" v="364"/>
          <ac:picMkLst>
            <pc:docMk/>
            <pc:sldMk cId="2032715055" sldId="3025"/>
            <ac:picMk id="8" creationId="{18692F68-654E-C06B-A764-A13C468A58A5}"/>
          </ac:picMkLst>
        </pc:picChg>
        <pc:picChg chg="mod">
          <ac:chgData name="Doner, Ethan" userId="S::edoner@email.sc.edu::f2b02dd1-bc81-458b-91c9-7f3c6c91e5a2" providerId="AD" clId="Web-{AC18743D-C621-4877-9C93-C666FC706D12}" dt="2024-02-01T01:44:24.324" v="439" actId="1076"/>
          <ac:picMkLst>
            <pc:docMk/>
            <pc:sldMk cId="2032715055" sldId="3025"/>
            <ac:picMk id="13" creationId="{58594E7E-A1AC-D649-3C6E-A763E1A87816}"/>
          </ac:picMkLst>
        </pc:picChg>
        <pc:picChg chg="add mod">
          <ac:chgData name="Doner, Ethan" userId="S::edoner@email.sc.edu::f2b02dd1-bc81-458b-91c9-7f3c6c91e5a2" providerId="AD" clId="Web-{AC18743D-C621-4877-9C93-C666FC706D12}" dt="2024-02-01T01:44:19.042" v="438" actId="1076"/>
          <ac:picMkLst>
            <pc:docMk/>
            <pc:sldMk cId="2032715055" sldId="3025"/>
            <ac:picMk id="14" creationId="{3DC64002-3505-AF93-80C0-0F2B004A33C2}"/>
          </ac:picMkLst>
        </pc:picChg>
        <pc:picChg chg="mod">
          <ac:chgData name="Doner, Ethan" userId="S::edoner@email.sc.edu::f2b02dd1-bc81-458b-91c9-7f3c6c91e5a2" providerId="AD" clId="Web-{AC18743D-C621-4877-9C93-C666FC706D12}" dt="2024-02-01T01:45:43.407" v="442" actId="1076"/>
          <ac:picMkLst>
            <pc:docMk/>
            <pc:sldMk cId="2032715055" sldId="3025"/>
            <ac:picMk id="15" creationId="{3DB30EA7-79EF-DB78-0DE4-FAEE578F10DB}"/>
          </ac:picMkLst>
        </pc:picChg>
        <pc:picChg chg="add mod">
          <ac:chgData name="Doner, Ethan" userId="S::edoner@email.sc.edu::f2b02dd1-bc81-458b-91c9-7f3c6c91e5a2" providerId="AD" clId="Web-{AC18743D-C621-4877-9C93-C666FC706D12}" dt="2024-02-01T01:45:26.781" v="441" actId="1076"/>
          <ac:picMkLst>
            <pc:docMk/>
            <pc:sldMk cId="2032715055" sldId="3025"/>
            <ac:picMk id="16" creationId="{0015B809-8683-6CDE-FF9E-9FAC47D528F3}"/>
          </ac:picMkLst>
        </pc:picChg>
        <pc:picChg chg="del">
          <ac:chgData name="Doner, Ethan" userId="S::edoner@email.sc.edu::f2b02dd1-bc81-458b-91c9-7f3c6c91e5a2" providerId="AD" clId="Web-{AC18743D-C621-4877-9C93-C666FC706D12}" dt="2024-02-01T01:49:09.014" v="455"/>
          <ac:picMkLst>
            <pc:docMk/>
            <pc:sldMk cId="2032715055" sldId="3025"/>
            <ac:picMk id="18" creationId="{3221A720-3757-6434-BD55-C901E0C70213}"/>
          </ac:picMkLst>
        </pc:picChg>
      </pc:sldChg>
    </pc:docChg>
  </pc:docChgLst>
  <pc:docChgLst>
    <pc:chgData name="Bieber, Matthew" userId="S::mbieber@email.sc.edu::58e06a21-432c-443e-bacb-0f66e64059f9" providerId="AD" clId="Web-{2D9ADF67-A894-4124-8CD7-EF3B5BE51C17}"/>
    <pc:docChg chg="modSld">
      <pc:chgData name="Bieber, Matthew" userId="S::mbieber@email.sc.edu::58e06a21-432c-443e-bacb-0f66e64059f9" providerId="AD" clId="Web-{2D9ADF67-A894-4124-8CD7-EF3B5BE51C17}" dt="2024-02-01T01:59:40.069" v="136" actId="20577"/>
      <pc:docMkLst>
        <pc:docMk/>
      </pc:docMkLst>
      <pc:sldChg chg="modSp">
        <pc:chgData name="Bieber, Matthew" userId="S::mbieber@email.sc.edu::58e06a21-432c-443e-bacb-0f66e64059f9" providerId="AD" clId="Web-{2D9ADF67-A894-4124-8CD7-EF3B5BE51C17}" dt="2024-02-01T01:59:40.069" v="136" actId="20577"/>
        <pc:sldMkLst>
          <pc:docMk/>
          <pc:sldMk cId="1576315634" sldId="3029"/>
        </pc:sldMkLst>
        <pc:spChg chg="mod">
          <ac:chgData name="Bieber, Matthew" userId="S::mbieber@email.sc.edu::58e06a21-432c-443e-bacb-0f66e64059f9" providerId="AD" clId="Web-{2D9ADF67-A894-4124-8CD7-EF3B5BE51C17}" dt="2024-02-01T01:59:40.069" v="136" actId="20577"/>
          <ac:spMkLst>
            <pc:docMk/>
            <pc:sldMk cId="1576315634" sldId="3029"/>
            <ac:spMk id="3" creationId="{4FB2C610-4871-F942-5802-A49A34D7A689}"/>
          </ac:spMkLst>
        </pc:spChg>
      </pc:sldChg>
    </pc:docChg>
  </pc:docChgLst>
  <pc:docChgLst>
    <pc:chgData name="Scheffler, Bryan" userId="S::schefflb@email.sc.edu::2aac2a86-2cb0-4da6-bc61-a29d25ee2e8a" providerId="AD" clId="Web-{331996A0-5C4D-44DC-903C-91B8305D12E0}"/>
    <pc:docChg chg="modSld">
      <pc:chgData name="Scheffler, Bryan" userId="S::schefflb@email.sc.edu::2aac2a86-2cb0-4da6-bc61-a29d25ee2e8a" providerId="AD" clId="Web-{331996A0-5C4D-44DC-903C-91B8305D12E0}" dt="2024-02-01T01:28:57.269" v="73" actId="20577"/>
      <pc:docMkLst>
        <pc:docMk/>
      </pc:docMkLst>
      <pc:sldChg chg="modSp">
        <pc:chgData name="Scheffler, Bryan" userId="S::schefflb@email.sc.edu::2aac2a86-2cb0-4da6-bc61-a29d25ee2e8a" providerId="AD" clId="Web-{331996A0-5C4D-44DC-903C-91B8305D12E0}" dt="2024-02-01T01:28:57.269" v="73" actId="20577"/>
        <pc:sldMkLst>
          <pc:docMk/>
          <pc:sldMk cId="1543330203" sldId="3028"/>
        </pc:sldMkLst>
        <pc:spChg chg="mod">
          <ac:chgData name="Scheffler, Bryan" userId="S::schefflb@email.sc.edu::2aac2a86-2cb0-4da6-bc61-a29d25ee2e8a" providerId="AD" clId="Web-{331996A0-5C4D-44DC-903C-91B8305D12E0}" dt="2024-02-01T01:28:57.269" v="73" actId="20577"/>
          <ac:spMkLst>
            <pc:docMk/>
            <pc:sldMk cId="1543330203" sldId="3028"/>
            <ac:spMk id="7" creationId="{445F98FB-5C84-B7EA-2F95-0A6E9AF8A1D9}"/>
          </ac:spMkLst>
        </pc:spChg>
      </pc:sldChg>
      <pc:sldChg chg="modSp">
        <pc:chgData name="Scheffler, Bryan" userId="S::schefflb@email.sc.edu::2aac2a86-2cb0-4da6-bc61-a29d25ee2e8a" providerId="AD" clId="Web-{331996A0-5C4D-44DC-903C-91B8305D12E0}" dt="2024-02-01T01:25:10.685" v="41" actId="20577"/>
        <pc:sldMkLst>
          <pc:docMk/>
          <pc:sldMk cId="3705041650" sldId="3030"/>
        </pc:sldMkLst>
        <pc:spChg chg="mod">
          <ac:chgData name="Scheffler, Bryan" userId="S::schefflb@email.sc.edu::2aac2a86-2cb0-4da6-bc61-a29d25ee2e8a" providerId="AD" clId="Web-{331996A0-5C4D-44DC-903C-91B8305D12E0}" dt="2024-02-01T01:25:10.685" v="41" actId="20577"/>
          <ac:spMkLst>
            <pc:docMk/>
            <pc:sldMk cId="3705041650" sldId="3030"/>
            <ac:spMk id="7" creationId="{07B5AD68-09DF-3701-80EF-B05E852C1041}"/>
          </ac:spMkLst>
        </pc:spChg>
      </pc:sldChg>
      <pc:sldChg chg="modSp">
        <pc:chgData name="Scheffler, Bryan" userId="S::schefflb@email.sc.edu::2aac2a86-2cb0-4da6-bc61-a29d25ee2e8a" providerId="AD" clId="Web-{331996A0-5C4D-44DC-903C-91B8305D12E0}" dt="2024-02-01T01:25:17.138" v="44" actId="20577"/>
        <pc:sldMkLst>
          <pc:docMk/>
          <pc:sldMk cId="1095759127" sldId="3032"/>
        </pc:sldMkLst>
        <pc:spChg chg="mod">
          <ac:chgData name="Scheffler, Bryan" userId="S::schefflb@email.sc.edu::2aac2a86-2cb0-4da6-bc61-a29d25ee2e8a" providerId="AD" clId="Web-{331996A0-5C4D-44DC-903C-91B8305D12E0}" dt="2024-02-01T01:25:17.138" v="44" actId="20577"/>
          <ac:spMkLst>
            <pc:docMk/>
            <pc:sldMk cId="1095759127" sldId="3032"/>
            <ac:spMk id="7" creationId="{8F41DE11-6C03-AC1F-C07F-DB5D52D9156A}"/>
          </ac:spMkLst>
        </pc:spChg>
      </pc:sldChg>
      <pc:sldChg chg="modSp">
        <pc:chgData name="Scheffler, Bryan" userId="S::schefflb@email.sc.edu::2aac2a86-2cb0-4da6-bc61-a29d25ee2e8a" providerId="AD" clId="Web-{331996A0-5C4D-44DC-903C-91B8305D12E0}" dt="2024-02-01T01:19:37.207" v="19" actId="20577"/>
        <pc:sldMkLst>
          <pc:docMk/>
          <pc:sldMk cId="2631079382" sldId="3033"/>
        </pc:sldMkLst>
        <pc:spChg chg="mod">
          <ac:chgData name="Scheffler, Bryan" userId="S::schefflb@email.sc.edu::2aac2a86-2cb0-4da6-bc61-a29d25ee2e8a" providerId="AD" clId="Web-{331996A0-5C4D-44DC-903C-91B8305D12E0}" dt="2024-02-01T01:19:37.207" v="19" actId="20577"/>
          <ac:spMkLst>
            <pc:docMk/>
            <pc:sldMk cId="2631079382" sldId="3033"/>
            <ac:spMk id="7" creationId="{0BDC1F47-651E-8A09-5CC0-6A2D07BDE0FC}"/>
          </ac:spMkLst>
        </pc:spChg>
      </pc:sldChg>
      <pc:sldChg chg="modSp">
        <pc:chgData name="Scheffler, Bryan" userId="S::schefflb@email.sc.edu::2aac2a86-2cb0-4da6-bc61-a29d25ee2e8a" providerId="AD" clId="Web-{331996A0-5C4D-44DC-903C-91B8305D12E0}" dt="2024-02-01T01:26:10.483" v="57" actId="20577"/>
        <pc:sldMkLst>
          <pc:docMk/>
          <pc:sldMk cId="1236983448" sldId="3034"/>
        </pc:sldMkLst>
        <pc:spChg chg="mod">
          <ac:chgData name="Scheffler, Bryan" userId="S::schefflb@email.sc.edu::2aac2a86-2cb0-4da6-bc61-a29d25ee2e8a" providerId="AD" clId="Web-{331996A0-5C4D-44DC-903C-91B8305D12E0}" dt="2024-02-01T01:26:10.483" v="57" actId="20577"/>
          <ac:spMkLst>
            <pc:docMk/>
            <pc:sldMk cId="1236983448" sldId="3034"/>
            <ac:spMk id="7" creationId="{ABF0CC07-8EA7-ACE9-32D0-04A8DA182E1E}"/>
          </ac:spMkLst>
        </pc:spChg>
      </pc:sldChg>
    </pc:docChg>
  </pc:docChgLst>
  <pc:docChgLst>
    <pc:chgData name="Matthews, Jackson" userId="S::jfm9@email.sc.edu::2d1cc17c-055b-4f1d-9ab4-23d6bb8be358" providerId="AD" clId="Web-{D3D72916-0A2C-C02D-3B75-75D67B7F71D6}"/>
    <pc:docChg chg="addSld">
      <pc:chgData name="Matthews, Jackson" userId="S::jfm9@email.sc.edu::2d1cc17c-055b-4f1d-9ab4-23d6bb8be358" providerId="AD" clId="Web-{D3D72916-0A2C-C02D-3B75-75D67B7F71D6}" dt="2024-02-04T19:37:47.818" v="1"/>
      <pc:docMkLst>
        <pc:docMk/>
      </pc:docMkLst>
      <pc:sldChg chg="new">
        <pc:chgData name="Matthews, Jackson" userId="S::jfm9@email.sc.edu::2d1cc17c-055b-4f1d-9ab4-23d6bb8be358" providerId="AD" clId="Web-{D3D72916-0A2C-C02D-3B75-75D67B7F71D6}" dt="2024-02-04T19:37:43.068" v="0"/>
        <pc:sldMkLst>
          <pc:docMk/>
          <pc:sldMk cId="2592798628" sldId="3037"/>
        </pc:sldMkLst>
      </pc:sldChg>
      <pc:sldChg chg="new">
        <pc:chgData name="Matthews, Jackson" userId="S::jfm9@email.sc.edu::2d1cc17c-055b-4f1d-9ab4-23d6bb8be358" providerId="AD" clId="Web-{D3D72916-0A2C-C02D-3B75-75D67B7F71D6}" dt="2024-02-04T19:37:47.818" v="1"/>
        <pc:sldMkLst>
          <pc:docMk/>
          <pc:sldMk cId="1265732170" sldId="3038"/>
        </pc:sldMkLst>
      </pc:sldChg>
    </pc:docChg>
  </pc:docChgLst>
  <pc:docChgLst>
    <pc:chgData name="Holjak, Nicholas" userId="S::nholjak@email.sc.edu::a53893e1-d8ad-4ae2-b6c4-2ade4be327e5" providerId="AD" clId="Web-{FC56C1C8-6170-A723-2A99-601E6A53DF6A}"/>
    <pc:docChg chg="modSld">
      <pc:chgData name="Holjak, Nicholas" userId="S::nholjak@email.sc.edu::a53893e1-d8ad-4ae2-b6c4-2ade4be327e5" providerId="AD" clId="Web-{FC56C1C8-6170-A723-2A99-601E6A53DF6A}" dt="2024-02-04T04:51:36.551" v="51" actId="1076"/>
      <pc:docMkLst>
        <pc:docMk/>
      </pc:docMkLst>
      <pc:sldChg chg="modSp">
        <pc:chgData name="Holjak, Nicholas" userId="S::nholjak@email.sc.edu::a53893e1-d8ad-4ae2-b6c4-2ade4be327e5" providerId="AD" clId="Web-{FC56C1C8-6170-A723-2A99-601E6A53DF6A}" dt="2024-02-04T04:48:42.407" v="42" actId="20577"/>
        <pc:sldMkLst>
          <pc:docMk/>
          <pc:sldMk cId="3293902017" sldId="3024"/>
        </pc:sldMkLst>
        <pc:spChg chg="mod">
          <ac:chgData name="Holjak, Nicholas" userId="S::nholjak@email.sc.edu::a53893e1-d8ad-4ae2-b6c4-2ade4be327e5" providerId="AD" clId="Web-{FC56C1C8-6170-A723-2A99-601E6A53DF6A}" dt="2024-02-04T04:48:42.407" v="42" actId="20577"/>
          <ac:spMkLst>
            <pc:docMk/>
            <pc:sldMk cId="3293902017" sldId="3024"/>
            <ac:spMk id="14" creationId="{F5321BF8-E741-3817-18FD-9066E6D3BF08}"/>
          </ac:spMkLst>
        </pc:spChg>
      </pc:sldChg>
      <pc:sldChg chg="modSp">
        <pc:chgData name="Holjak, Nicholas" userId="S::nholjak@email.sc.edu::a53893e1-d8ad-4ae2-b6c4-2ade4be327e5" providerId="AD" clId="Web-{FC56C1C8-6170-A723-2A99-601E6A53DF6A}" dt="2024-02-04T04:51:36.551" v="51" actId="1076"/>
        <pc:sldMkLst>
          <pc:docMk/>
          <pc:sldMk cId="1236983448" sldId="3034"/>
        </pc:sldMkLst>
        <pc:spChg chg="mod">
          <ac:chgData name="Holjak, Nicholas" userId="S::nholjak@email.sc.edu::a53893e1-d8ad-4ae2-b6c4-2ade4be327e5" providerId="AD" clId="Web-{FC56C1C8-6170-A723-2A99-601E6A53DF6A}" dt="2024-02-04T04:51:19.848" v="50" actId="1076"/>
          <ac:spMkLst>
            <pc:docMk/>
            <pc:sldMk cId="1236983448" sldId="3034"/>
            <ac:spMk id="6" creationId="{29BEE183-5F86-C322-3C1D-F909DCE53294}"/>
          </ac:spMkLst>
        </pc:spChg>
        <pc:picChg chg="mod">
          <ac:chgData name="Holjak, Nicholas" userId="S::nholjak@email.sc.edu::a53893e1-d8ad-4ae2-b6c4-2ade4be327e5" providerId="AD" clId="Web-{FC56C1C8-6170-A723-2A99-601E6A53DF6A}" dt="2024-02-04T04:46:49.999" v="24" actId="1076"/>
          <ac:picMkLst>
            <pc:docMk/>
            <pc:sldMk cId="1236983448" sldId="3034"/>
            <ac:picMk id="3" creationId="{F146ECD1-9890-9358-ECB6-D57885F24B13}"/>
          </ac:picMkLst>
        </pc:picChg>
        <pc:picChg chg="mod">
          <ac:chgData name="Holjak, Nicholas" userId="S::nholjak@email.sc.edu::a53893e1-d8ad-4ae2-b6c4-2ade4be327e5" providerId="AD" clId="Web-{FC56C1C8-6170-A723-2A99-601E6A53DF6A}" dt="2024-02-04T04:51:36.551" v="51" actId="1076"/>
          <ac:picMkLst>
            <pc:docMk/>
            <pc:sldMk cId="1236983448" sldId="3034"/>
            <ac:picMk id="8" creationId="{F84CECEB-6EA5-5848-F8E2-52B8CC0B4E6B}"/>
          </ac:picMkLst>
        </pc:picChg>
      </pc:sldChg>
    </pc:docChg>
  </pc:docChgLst>
  <pc:docChgLst>
    <pc:chgData name="Williams, Jonnie" userId="S::jonniew@email.sc.edu::fcec637e-7112-4a02-87f3-24bfc9eb0bd6" providerId="AD" clId="Web-{43469B30-7B91-6D7D-1A42-6D2CB46EC5DE}"/>
    <pc:docChg chg="modSld">
      <pc:chgData name="Williams, Jonnie" userId="S::jonniew@email.sc.edu::fcec637e-7112-4a02-87f3-24bfc9eb0bd6" providerId="AD" clId="Web-{43469B30-7B91-6D7D-1A42-6D2CB46EC5DE}" dt="2024-02-04T20:16:38.640" v="10" actId="20577"/>
      <pc:docMkLst>
        <pc:docMk/>
      </pc:docMkLst>
      <pc:sldChg chg="modSp">
        <pc:chgData name="Williams, Jonnie" userId="S::jonniew@email.sc.edu::fcec637e-7112-4a02-87f3-24bfc9eb0bd6" providerId="AD" clId="Web-{43469B30-7B91-6D7D-1A42-6D2CB46EC5DE}" dt="2024-02-04T20:16:38.640" v="10" actId="20577"/>
        <pc:sldMkLst>
          <pc:docMk/>
          <pc:sldMk cId="3501736573" sldId="3026"/>
        </pc:sldMkLst>
        <pc:spChg chg="mod">
          <ac:chgData name="Williams, Jonnie" userId="S::jonniew@email.sc.edu::fcec637e-7112-4a02-87f3-24bfc9eb0bd6" providerId="AD" clId="Web-{43469B30-7B91-6D7D-1A42-6D2CB46EC5DE}" dt="2024-02-04T20:16:38.640" v="10" actId="20577"/>
          <ac:spMkLst>
            <pc:docMk/>
            <pc:sldMk cId="3501736573" sldId="3026"/>
            <ac:spMk id="10" creationId="{3218BAF2-479F-0C63-8498-A0097600CEAD}"/>
          </ac:spMkLst>
        </pc:spChg>
      </pc:sldChg>
    </pc:docChg>
  </pc:docChgLst>
  <pc:docChgLst>
    <pc:chgData name="MIHALIK, ANNA" userId="S::amihalik@email.sc.edu::250cf866-8738-4a94-896f-8824a38bb762" providerId="AD" clId="Web-{5DC34132-5AEB-F564-7A19-AB8A6469E212}"/>
    <pc:docChg chg="delSld">
      <pc:chgData name="MIHALIK, ANNA" userId="S::amihalik@email.sc.edu::250cf866-8738-4a94-896f-8824a38bb762" providerId="AD" clId="Web-{5DC34132-5AEB-F564-7A19-AB8A6469E212}" dt="2024-02-05T17:01:58.123" v="0"/>
      <pc:docMkLst>
        <pc:docMk/>
      </pc:docMkLst>
      <pc:sldChg chg="del">
        <pc:chgData name="MIHALIK, ANNA" userId="S::amihalik@email.sc.edu::250cf866-8738-4a94-896f-8824a38bb762" providerId="AD" clId="Web-{5DC34132-5AEB-F564-7A19-AB8A6469E212}" dt="2024-02-05T17:01:58.123" v="0"/>
        <pc:sldMkLst>
          <pc:docMk/>
          <pc:sldMk cId="1332512878" sldId="3031"/>
        </pc:sldMkLst>
      </pc:sldChg>
    </pc:docChg>
  </pc:docChgLst>
  <pc:docChgLst>
    <pc:chgData name="Scheffler, Bryan" userId="S::schefflb@email.sc.edu::2aac2a86-2cb0-4da6-bc61-a29d25ee2e8a" providerId="AD" clId="Web-{0686984C-3B85-9092-0AE9-A50D799ACEC0}"/>
    <pc:docChg chg="modSld">
      <pc:chgData name="Scheffler, Bryan" userId="S::schefflb@email.sc.edu::2aac2a86-2cb0-4da6-bc61-a29d25ee2e8a" providerId="AD" clId="Web-{0686984C-3B85-9092-0AE9-A50D799ACEC0}" dt="2024-02-05T18:42:07.195" v="123" actId="20577"/>
      <pc:docMkLst>
        <pc:docMk/>
      </pc:docMkLst>
      <pc:sldChg chg="modSp">
        <pc:chgData name="Scheffler, Bryan" userId="S::schefflb@email.sc.edu::2aac2a86-2cb0-4da6-bc61-a29d25ee2e8a" providerId="AD" clId="Web-{0686984C-3B85-9092-0AE9-A50D799ACEC0}" dt="2024-02-05T18:41:50.570" v="102" actId="20577"/>
        <pc:sldMkLst>
          <pc:docMk/>
          <pc:sldMk cId="3293902017" sldId="3024"/>
        </pc:sldMkLst>
        <pc:spChg chg="mod">
          <ac:chgData name="Scheffler, Bryan" userId="S::schefflb@email.sc.edu::2aac2a86-2cb0-4da6-bc61-a29d25ee2e8a" providerId="AD" clId="Web-{0686984C-3B85-9092-0AE9-A50D799ACEC0}" dt="2024-02-05T18:41:50.570" v="102" actId="20577"/>
          <ac:spMkLst>
            <pc:docMk/>
            <pc:sldMk cId="3293902017" sldId="3024"/>
            <ac:spMk id="15" creationId="{904744F2-9C96-39A7-C27F-6D20D3CC7A95}"/>
          </ac:spMkLst>
        </pc:spChg>
      </pc:sldChg>
      <pc:sldChg chg="modSp">
        <pc:chgData name="Scheffler, Bryan" userId="S::schefflb@email.sc.edu::2aac2a86-2cb0-4da6-bc61-a29d25ee2e8a" providerId="AD" clId="Web-{0686984C-3B85-9092-0AE9-A50D799ACEC0}" dt="2024-02-05T18:42:07.195" v="123" actId="20577"/>
        <pc:sldMkLst>
          <pc:docMk/>
          <pc:sldMk cId="2032715055" sldId="3025"/>
        </pc:sldMkLst>
        <pc:spChg chg="mod">
          <ac:chgData name="Scheffler, Bryan" userId="S::schefflb@email.sc.edu::2aac2a86-2cb0-4da6-bc61-a29d25ee2e8a" providerId="AD" clId="Web-{0686984C-3B85-9092-0AE9-A50D799ACEC0}" dt="2024-02-05T18:42:07.195" v="123" actId="20577"/>
          <ac:spMkLst>
            <pc:docMk/>
            <pc:sldMk cId="2032715055" sldId="3025"/>
            <ac:spMk id="7" creationId="{BF724B61-11FF-FF27-E351-6208F6DDC894}"/>
          </ac:spMkLst>
        </pc:spChg>
      </pc:sldChg>
      <pc:sldChg chg="modSp">
        <pc:chgData name="Scheffler, Bryan" userId="S::schefflb@email.sc.edu::2aac2a86-2cb0-4da6-bc61-a29d25ee2e8a" providerId="AD" clId="Web-{0686984C-3B85-9092-0AE9-A50D799ACEC0}" dt="2024-02-05T18:42:00.570" v="109" actId="20577"/>
        <pc:sldMkLst>
          <pc:docMk/>
          <pc:sldMk cId="1236983448" sldId="3034"/>
        </pc:sldMkLst>
        <pc:spChg chg="mod">
          <ac:chgData name="Scheffler, Bryan" userId="S::schefflb@email.sc.edu::2aac2a86-2cb0-4da6-bc61-a29d25ee2e8a" providerId="AD" clId="Web-{0686984C-3B85-9092-0AE9-A50D799ACEC0}" dt="2024-02-05T18:42:00.570" v="109" actId="20577"/>
          <ac:spMkLst>
            <pc:docMk/>
            <pc:sldMk cId="1236983448" sldId="3034"/>
            <ac:spMk id="7" creationId="{ABF0CC07-8EA7-ACE9-32D0-04A8DA182E1E}"/>
          </ac:spMkLst>
        </pc:spChg>
      </pc:sldChg>
      <pc:sldChg chg="addSp delSp">
        <pc:chgData name="Scheffler, Bryan" userId="S::schefflb@email.sc.edu::2aac2a86-2cb0-4da6-bc61-a29d25ee2e8a" providerId="AD" clId="Web-{0686984C-3B85-9092-0AE9-A50D799ACEC0}" dt="2024-02-05T18:40:33.943" v="1"/>
        <pc:sldMkLst>
          <pc:docMk/>
          <pc:sldMk cId="3039098593" sldId="3035"/>
        </pc:sldMkLst>
        <pc:spChg chg="add del">
          <ac:chgData name="Scheffler, Bryan" userId="S::schefflb@email.sc.edu::2aac2a86-2cb0-4da6-bc61-a29d25ee2e8a" providerId="AD" clId="Web-{0686984C-3B85-9092-0AE9-A50D799ACEC0}" dt="2024-02-05T18:40:33.943" v="1"/>
          <ac:spMkLst>
            <pc:docMk/>
            <pc:sldMk cId="3039098593" sldId="3035"/>
            <ac:spMk id="8" creationId="{28979748-CC09-3046-3055-BD5EA556B1DF}"/>
          </ac:spMkLst>
        </pc:spChg>
      </pc:sldChg>
    </pc:docChg>
  </pc:docChgLst>
  <pc:docChgLst>
    <pc:chgData name="Holjak, Nicholas" userId="S::nholjak@email.sc.edu::a53893e1-d8ad-4ae2-b6c4-2ade4be327e5" providerId="AD" clId="Web-{221EE2B6-AD2E-4837-86E7-138ECD788100}"/>
    <pc:docChg chg="modSld">
      <pc:chgData name="Holjak, Nicholas" userId="S::nholjak@email.sc.edu::a53893e1-d8ad-4ae2-b6c4-2ade4be327e5" providerId="AD" clId="Web-{221EE2B6-AD2E-4837-86E7-138ECD788100}" dt="2024-02-05T15:30:19.632" v="4" actId="20577"/>
      <pc:docMkLst>
        <pc:docMk/>
      </pc:docMkLst>
      <pc:sldChg chg="modSp">
        <pc:chgData name="Holjak, Nicholas" userId="S::nholjak@email.sc.edu::a53893e1-d8ad-4ae2-b6c4-2ade4be327e5" providerId="AD" clId="Web-{221EE2B6-AD2E-4837-86E7-138ECD788100}" dt="2024-02-05T15:30:19.632" v="4" actId="20577"/>
        <pc:sldMkLst>
          <pc:docMk/>
          <pc:sldMk cId="1236983448" sldId="3034"/>
        </pc:sldMkLst>
        <pc:spChg chg="mod">
          <ac:chgData name="Holjak, Nicholas" userId="S::nholjak@email.sc.edu::a53893e1-d8ad-4ae2-b6c4-2ade4be327e5" providerId="AD" clId="Web-{221EE2B6-AD2E-4837-86E7-138ECD788100}" dt="2024-02-05T15:30:19.632" v="4" actId="20577"/>
          <ac:spMkLst>
            <pc:docMk/>
            <pc:sldMk cId="1236983448" sldId="3034"/>
            <ac:spMk id="6" creationId="{29BEE183-5F86-C322-3C1D-F909DCE53294}"/>
          </ac:spMkLst>
        </pc:spChg>
      </pc:sldChg>
    </pc:docChg>
  </pc:docChgLst>
  <pc:docChgLst>
    <pc:chgData name="Goldberg, Leo" userId="S::leog@email.sc.edu::754e0aa0-4a25-4c19-b31f-419bdf8252e4" providerId="AD" clId="Web-{F54A9D30-66CC-F09D-B023-C158DE0DEE95}"/>
    <pc:docChg chg="modSld">
      <pc:chgData name="Goldberg, Leo" userId="S::leog@email.sc.edu::754e0aa0-4a25-4c19-b31f-419bdf8252e4" providerId="AD" clId="Web-{F54A9D30-66CC-F09D-B023-C158DE0DEE95}" dt="2024-02-05T03:04:52.438" v="5"/>
      <pc:docMkLst>
        <pc:docMk/>
      </pc:docMkLst>
      <pc:sldChg chg="addSp delSp modSp">
        <pc:chgData name="Goldberg, Leo" userId="S::leog@email.sc.edu::754e0aa0-4a25-4c19-b31f-419bdf8252e4" providerId="AD" clId="Web-{F54A9D30-66CC-F09D-B023-C158DE0DEE95}" dt="2024-02-05T03:04:52.438" v="5"/>
        <pc:sldMkLst>
          <pc:docMk/>
          <pc:sldMk cId="1798079639" sldId="3039"/>
        </pc:sldMkLst>
        <pc:graphicFrameChg chg="add mod modGraphic">
          <ac:chgData name="Goldberg, Leo" userId="S::leog@email.sc.edu::754e0aa0-4a25-4c19-b31f-419bdf8252e4" providerId="AD" clId="Web-{F54A9D30-66CC-F09D-B023-C158DE0DEE95}" dt="2024-02-05T03:04:52.438" v="5"/>
          <ac:graphicFrameMkLst>
            <pc:docMk/>
            <pc:sldMk cId="1798079639" sldId="3039"/>
            <ac:graphicFrameMk id="3" creationId="{4E1D4EC7-F768-19F3-FCC8-4D1143E8FBB4}"/>
          </ac:graphicFrameMkLst>
        </pc:graphicFrameChg>
        <pc:graphicFrameChg chg="del">
          <ac:chgData name="Goldberg, Leo" userId="S::leog@email.sc.edu::754e0aa0-4a25-4c19-b31f-419bdf8252e4" providerId="AD" clId="Web-{F54A9D30-66CC-F09D-B023-C158DE0DEE95}" dt="2024-02-05T03:04:43" v="0"/>
          <ac:graphicFrameMkLst>
            <pc:docMk/>
            <pc:sldMk cId="1798079639" sldId="3039"/>
            <ac:graphicFrameMk id="10" creationId="{9F5C8223-0C1C-63B0-69F9-C7EAE7469617}"/>
          </ac:graphicFrameMkLst>
        </pc:graphicFrameChg>
      </pc:sldChg>
    </pc:docChg>
  </pc:docChgLst>
  <pc:docChgLst>
    <pc:chgData name="MIHALIK, ANNA" userId="S::amihalik@email.sc.edu::250cf866-8738-4a94-896f-8824a38bb762" providerId="AD" clId="Web-{ED7F9768-FC10-BD46-046C-DC88E38728B1}"/>
    <pc:docChg chg="modSld">
      <pc:chgData name="MIHALIK, ANNA" userId="S::amihalik@email.sc.edu::250cf866-8738-4a94-896f-8824a38bb762" providerId="AD" clId="Web-{ED7F9768-FC10-BD46-046C-DC88E38728B1}" dt="2024-02-05T23:15:54.670" v="14" actId="20577"/>
      <pc:docMkLst>
        <pc:docMk/>
      </pc:docMkLst>
      <pc:sldChg chg="modSp">
        <pc:chgData name="MIHALIK, ANNA" userId="S::amihalik@email.sc.edu::250cf866-8738-4a94-896f-8824a38bb762" providerId="AD" clId="Web-{ED7F9768-FC10-BD46-046C-DC88E38728B1}" dt="2024-02-05T23:15:54.670" v="14" actId="20577"/>
        <pc:sldMkLst>
          <pc:docMk/>
          <pc:sldMk cId="2631079382" sldId="3033"/>
        </pc:sldMkLst>
        <pc:spChg chg="mod">
          <ac:chgData name="MIHALIK, ANNA" userId="S::amihalik@email.sc.edu::250cf866-8738-4a94-896f-8824a38bb762" providerId="AD" clId="Web-{ED7F9768-FC10-BD46-046C-DC88E38728B1}" dt="2024-02-05T23:15:54.670" v="14" actId="20577"/>
          <ac:spMkLst>
            <pc:docMk/>
            <pc:sldMk cId="2631079382" sldId="3033"/>
            <ac:spMk id="7" creationId="{0BDC1F47-651E-8A09-5CC0-6A2D07BDE0FC}"/>
          </ac:spMkLst>
        </pc:spChg>
      </pc:sldChg>
    </pc:docChg>
  </pc:docChgLst>
  <pc:docChgLst>
    <pc:chgData name="Bieber, Matthew" userId="S::mbieber@email.sc.edu::58e06a21-432c-443e-bacb-0f66e64059f9" providerId="AD" clId="Web-{E4C71DD8-B0E0-2CCC-B574-2ABA0706F081}"/>
    <pc:docChg chg="modSld">
      <pc:chgData name="Bieber, Matthew" userId="S::mbieber@email.sc.edu::58e06a21-432c-443e-bacb-0f66e64059f9" providerId="AD" clId="Web-{E4C71DD8-B0E0-2CCC-B574-2ABA0706F081}" dt="2024-02-01T01:12:02.270" v="7" actId="20577"/>
      <pc:docMkLst>
        <pc:docMk/>
      </pc:docMkLst>
      <pc:sldChg chg="addSp modSp">
        <pc:chgData name="Bieber, Matthew" userId="S::mbieber@email.sc.edu::58e06a21-432c-443e-bacb-0f66e64059f9" providerId="AD" clId="Web-{E4C71DD8-B0E0-2CCC-B574-2ABA0706F081}" dt="2024-02-01T01:12:02.270" v="7" actId="20577"/>
        <pc:sldMkLst>
          <pc:docMk/>
          <pc:sldMk cId="1576315634" sldId="3029"/>
        </pc:sldMkLst>
        <pc:spChg chg="add mod">
          <ac:chgData name="Bieber, Matthew" userId="S::mbieber@email.sc.edu::58e06a21-432c-443e-bacb-0f66e64059f9" providerId="AD" clId="Web-{E4C71DD8-B0E0-2CCC-B574-2ABA0706F081}" dt="2024-02-01T01:12:02.270" v="7" actId="20577"/>
          <ac:spMkLst>
            <pc:docMk/>
            <pc:sldMk cId="1576315634" sldId="3029"/>
            <ac:spMk id="2" creationId="{56711B00-EAC3-4B81-DCB2-07A56109360D}"/>
          </ac:spMkLst>
        </pc:spChg>
      </pc:sldChg>
    </pc:docChg>
  </pc:docChgLst>
  <pc:docChgLst>
    <pc:chgData name="Bieber, Matthew" userId="S::mbieber@email.sc.edu::58e06a21-432c-443e-bacb-0f66e64059f9" providerId="AD" clId="Web-{69E59402-8E7D-5BBF-E5E8-F368101FA033}"/>
    <pc:docChg chg="modSld">
      <pc:chgData name="Bieber, Matthew" userId="S::mbieber@email.sc.edu::58e06a21-432c-443e-bacb-0f66e64059f9" providerId="AD" clId="Web-{69E59402-8E7D-5BBF-E5E8-F368101FA033}" dt="2024-02-01T01:46:09.810" v="496" actId="20577"/>
      <pc:docMkLst>
        <pc:docMk/>
      </pc:docMkLst>
      <pc:sldChg chg="addSp delSp modSp">
        <pc:chgData name="Bieber, Matthew" userId="S::mbieber@email.sc.edu::58e06a21-432c-443e-bacb-0f66e64059f9" providerId="AD" clId="Web-{69E59402-8E7D-5BBF-E5E8-F368101FA033}" dt="2024-02-01T01:46:09.810" v="496" actId="20577"/>
        <pc:sldMkLst>
          <pc:docMk/>
          <pc:sldMk cId="1576315634" sldId="3029"/>
        </pc:sldMkLst>
        <pc:spChg chg="add del">
          <ac:chgData name="Bieber, Matthew" userId="S::mbieber@email.sc.edu::58e06a21-432c-443e-bacb-0f66e64059f9" providerId="AD" clId="Web-{69E59402-8E7D-5BBF-E5E8-F368101FA033}" dt="2024-02-01T01:30:22.638" v="1"/>
          <ac:spMkLst>
            <pc:docMk/>
            <pc:sldMk cId="1576315634" sldId="3029"/>
            <ac:spMk id="2" creationId="{3DC6C690-31BD-D759-D6EA-2A030B508030}"/>
          </ac:spMkLst>
        </pc:spChg>
        <pc:spChg chg="mod">
          <ac:chgData name="Bieber, Matthew" userId="S::mbieber@email.sc.edu::58e06a21-432c-443e-bacb-0f66e64059f9" providerId="AD" clId="Web-{69E59402-8E7D-5BBF-E5E8-F368101FA033}" dt="2024-02-01T01:46:09.810" v="496" actId="20577"/>
          <ac:spMkLst>
            <pc:docMk/>
            <pc:sldMk cId="1576315634" sldId="3029"/>
            <ac:spMk id="3" creationId="{4FB2C610-4871-F942-5802-A49A34D7A689}"/>
          </ac:spMkLst>
        </pc:spChg>
        <pc:spChg chg="add del mod">
          <ac:chgData name="Bieber, Matthew" userId="S::mbieber@email.sc.edu::58e06a21-432c-443e-bacb-0f66e64059f9" providerId="AD" clId="Web-{69E59402-8E7D-5BBF-E5E8-F368101FA033}" dt="2024-02-01T01:45:59.669" v="492"/>
          <ac:spMkLst>
            <pc:docMk/>
            <pc:sldMk cId="1576315634" sldId="3029"/>
            <ac:spMk id="5" creationId="{F692395F-9B98-39FE-EA4F-AFC26EE51301}"/>
          </ac:spMkLst>
        </pc:spChg>
      </pc:sldChg>
    </pc:docChg>
  </pc:docChgLst>
  <pc:docChgLst>
    <pc:chgData name="Holjak, Nicholas" userId="S::nholjak@email.sc.edu::a53893e1-d8ad-4ae2-b6c4-2ade4be327e5" providerId="AD" clId="Web-{744CBB89-1F63-4EE7-0849-4740D33DDD5F}"/>
    <pc:docChg chg="modSld">
      <pc:chgData name="Holjak, Nicholas" userId="S::nholjak@email.sc.edu::a53893e1-d8ad-4ae2-b6c4-2ade4be327e5" providerId="AD" clId="Web-{744CBB89-1F63-4EE7-0849-4740D33DDD5F}" dt="2024-02-01T02:38:14.675" v="362" actId="20577"/>
      <pc:docMkLst>
        <pc:docMk/>
      </pc:docMkLst>
      <pc:sldChg chg="addSp delSp modSp">
        <pc:chgData name="Holjak, Nicholas" userId="S::nholjak@email.sc.edu::a53893e1-d8ad-4ae2-b6c4-2ade4be327e5" providerId="AD" clId="Web-{744CBB89-1F63-4EE7-0849-4740D33DDD5F}" dt="2024-02-01T02:38:14.675" v="362" actId="20577"/>
        <pc:sldMkLst>
          <pc:docMk/>
          <pc:sldMk cId="1236983448" sldId="3034"/>
        </pc:sldMkLst>
        <pc:spChg chg="add del">
          <ac:chgData name="Holjak, Nicholas" userId="S::nholjak@email.sc.edu::a53893e1-d8ad-4ae2-b6c4-2ade4be327e5" providerId="AD" clId="Web-{744CBB89-1F63-4EE7-0849-4740D33DDD5F}" dt="2024-02-01T01:27:46.490" v="2"/>
          <ac:spMkLst>
            <pc:docMk/>
            <pc:sldMk cId="1236983448" sldId="3034"/>
            <ac:spMk id="2" creationId="{CE628AB2-7EDF-F6A0-7D69-573EFCA6CAEB}"/>
          </ac:spMkLst>
        </pc:spChg>
        <pc:spChg chg="add del">
          <ac:chgData name="Holjak, Nicholas" userId="S::nholjak@email.sc.edu::a53893e1-d8ad-4ae2-b6c4-2ade4be327e5" providerId="AD" clId="Web-{744CBB89-1F63-4EE7-0849-4740D33DDD5F}" dt="2024-02-01T01:35:24.411" v="8"/>
          <ac:spMkLst>
            <pc:docMk/>
            <pc:sldMk cId="1236983448" sldId="3034"/>
            <ac:spMk id="5" creationId="{5426268F-C875-E9D0-4E1B-69F4C225D0AC}"/>
          </ac:spMkLst>
        </pc:spChg>
        <pc:spChg chg="add mod">
          <ac:chgData name="Holjak, Nicholas" userId="S::nholjak@email.sc.edu::a53893e1-d8ad-4ae2-b6c4-2ade4be327e5" providerId="AD" clId="Web-{744CBB89-1F63-4EE7-0849-4740D33DDD5F}" dt="2024-02-01T02:38:14.675" v="362" actId="20577"/>
          <ac:spMkLst>
            <pc:docMk/>
            <pc:sldMk cId="1236983448" sldId="3034"/>
            <ac:spMk id="6" creationId="{29BEE183-5F86-C322-3C1D-F909DCE53294}"/>
          </ac:spMkLst>
        </pc:spChg>
        <pc:spChg chg="mod">
          <ac:chgData name="Holjak, Nicholas" userId="S::nholjak@email.sc.edu::a53893e1-d8ad-4ae2-b6c4-2ade4be327e5" providerId="AD" clId="Web-{744CBB89-1F63-4EE7-0849-4740D33DDD5F}" dt="2024-02-01T01:35:27.193" v="10" actId="20577"/>
          <ac:spMkLst>
            <pc:docMk/>
            <pc:sldMk cId="1236983448" sldId="3034"/>
            <ac:spMk id="7" creationId="{ABF0CC07-8EA7-ACE9-32D0-04A8DA182E1E}"/>
          </ac:spMkLst>
        </pc:spChg>
        <pc:picChg chg="add mod">
          <ac:chgData name="Holjak, Nicholas" userId="S::nholjak@email.sc.edu::a53893e1-d8ad-4ae2-b6c4-2ade4be327e5" providerId="AD" clId="Web-{744CBB89-1F63-4EE7-0849-4740D33DDD5F}" dt="2024-02-01T02:26:11.339" v="319" actId="1076"/>
          <ac:picMkLst>
            <pc:docMk/>
            <pc:sldMk cId="1236983448" sldId="3034"/>
            <ac:picMk id="3" creationId="{F146ECD1-9890-9358-ECB6-D57885F24B13}"/>
          </ac:picMkLst>
        </pc:picChg>
        <pc:picChg chg="add mod ord">
          <ac:chgData name="Holjak, Nicholas" userId="S::nholjak@email.sc.edu::a53893e1-d8ad-4ae2-b6c4-2ade4be327e5" providerId="AD" clId="Web-{744CBB89-1F63-4EE7-0849-4740D33DDD5F}" dt="2024-02-01T02:32:51.305" v="357" actId="1076"/>
          <ac:picMkLst>
            <pc:docMk/>
            <pc:sldMk cId="1236983448" sldId="3034"/>
            <ac:picMk id="8" creationId="{F84CECEB-6EA5-5848-F8E2-52B8CC0B4E6B}"/>
          </ac:picMkLst>
        </pc:picChg>
      </pc:sldChg>
    </pc:docChg>
  </pc:docChgLst>
  <pc:docChgLst>
    <pc:chgData name="Williams, Jonnie" userId="S::jonniew@email.sc.edu::fcec637e-7112-4a02-87f3-24bfc9eb0bd6" providerId="AD" clId="Web-{08F69AD2-8B20-2D48-EA55-31C6E6EB6AE9}"/>
    <pc:docChg chg="modSld">
      <pc:chgData name="Williams, Jonnie" userId="S::jonniew@email.sc.edu::fcec637e-7112-4a02-87f3-24bfc9eb0bd6" providerId="AD" clId="Web-{08F69AD2-8B20-2D48-EA55-31C6E6EB6AE9}" dt="2024-02-05T22:34:52.696" v="13" actId="20577"/>
      <pc:docMkLst>
        <pc:docMk/>
      </pc:docMkLst>
      <pc:sldChg chg="addSp delSp modSp">
        <pc:chgData name="Williams, Jonnie" userId="S::jonniew@email.sc.edu::fcec637e-7112-4a02-87f3-24bfc9eb0bd6" providerId="AD" clId="Web-{08F69AD2-8B20-2D48-EA55-31C6E6EB6AE9}" dt="2024-02-05T22:34:52.696" v="13" actId="20577"/>
        <pc:sldMkLst>
          <pc:docMk/>
          <pc:sldMk cId="3501736573" sldId="3026"/>
        </pc:sldMkLst>
        <pc:spChg chg="mod">
          <ac:chgData name="Williams, Jonnie" userId="S::jonniew@email.sc.edu::fcec637e-7112-4a02-87f3-24bfc9eb0bd6" providerId="AD" clId="Web-{08F69AD2-8B20-2D48-EA55-31C6E6EB6AE9}" dt="2024-02-05T22:34:52.696" v="13" actId="20577"/>
          <ac:spMkLst>
            <pc:docMk/>
            <pc:sldMk cId="3501736573" sldId="3026"/>
            <ac:spMk id="10" creationId="{3218BAF2-479F-0C63-8498-A0097600CEAD}"/>
          </ac:spMkLst>
        </pc:spChg>
        <pc:picChg chg="del">
          <ac:chgData name="Williams, Jonnie" userId="S::jonniew@email.sc.edu::fcec637e-7112-4a02-87f3-24bfc9eb0bd6" providerId="AD" clId="Web-{08F69AD2-8B20-2D48-EA55-31C6E6EB6AE9}" dt="2024-02-05T22:34:25.931" v="1"/>
          <ac:picMkLst>
            <pc:docMk/>
            <pc:sldMk cId="3501736573" sldId="3026"/>
            <ac:picMk id="8" creationId="{6DB23FFA-949A-2F22-6057-E171160143F1}"/>
          </ac:picMkLst>
        </pc:picChg>
        <pc:picChg chg="del">
          <ac:chgData name="Williams, Jonnie" userId="S::jonniew@email.sc.edu::fcec637e-7112-4a02-87f3-24bfc9eb0bd6" providerId="AD" clId="Web-{08F69AD2-8B20-2D48-EA55-31C6E6EB6AE9}" dt="2024-02-05T22:34:25.931" v="0"/>
          <ac:picMkLst>
            <pc:docMk/>
            <pc:sldMk cId="3501736573" sldId="3026"/>
            <ac:picMk id="11" creationId="{8606D2FD-AA01-9D6B-8906-95B4E3EAA055}"/>
          </ac:picMkLst>
        </pc:picChg>
        <pc:picChg chg="add mod">
          <ac:chgData name="Williams, Jonnie" userId="S::jonniew@email.sc.edu::fcec637e-7112-4a02-87f3-24bfc9eb0bd6" providerId="AD" clId="Web-{08F69AD2-8B20-2D48-EA55-31C6E6EB6AE9}" dt="2024-02-05T22:34:43.462" v="6" actId="1076"/>
          <ac:picMkLst>
            <pc:docMk/>
            <pc:sldMk cId="3501736573" sldId="3026"/>
            <ac:picMk id="12" creationId="{BA7202F6-6C68-B64E-723D-45819B745D71}"/>
          </ac:picMkLst>
        </pc:picChg>
      </pc:sldChg>
    </pc:docChg>
  </pc:docChgLst>
  <pc:docChgLst>
    <pc:chgData name="MIHALIK, ANNA" userId="S::amihalik@email.sc.edu::250cf866-8738-4a94-896f-8824a38bb762" providerId="AD" clId="Web-{B6F5FB2B-311F-F04C-CB7E-D834D746A7F5}"/>
    <pc:docChg chg="modSld">
      <pc:chgData name="MIHALIK, ANNA" userId="S::amihalik@email.sc.edu::250cf866-8738-4a94-896f-8824a38bb762" providerId="AD" clId="Web-{B6F5FB2B-311F-F04C-CB7E-D834D746A7F5}" dt="2024-02-05T23:22:39.530" v="6" actId="14100"/>
      <pc:docMkLst>
        <pc:docMk/>
      </pc:docMkLst>
      <pc:sldChg chg="modSp">
        <pc:chgData name="MIHALIK, ANNA" userId="S::amihalik@email.sc.edu::250cf866-8738-4a94-896f-8824a38bb762" providerId="AD" clId="Web-{B6F5FB2B-311F-F04C-CB7E-D834D746A7F5}" dt="2024-02-05T23:22:39.530" v="6" actId="14100"/>
        <pc:sldMkLst>
          <pc:docMk/>
          <pc:sldMk cId="2631079382" sldId="3033"/>
        </pc:sldMkLst>
        <pc:graphicFrameChg chg="mod">
          <ac:chgData name="MIHALIK, ANNA" userId="S::amihalik@email.sc.edu::250cf866-8738-4a94-896f-8824a38bb762" providerId="AD" clId="Web-{B6F5FB2B-311F-F04C-CB7E-D834D746A7F5}" dt="2024-02-05T23:22:15.717" v="1" actId="1076"/>
          <ac:graphicFrameMkLst>
            <pc:docMk/>
            <pc:sldMk cId="2631079382" sldId="3033"/>
            <ac:graphicFrameMk id="2" creationId="{7F0767FE-D8EF-31A4-BB4F-CF8179D31D42}"/>
          </ac:graphicFrameMkLst>
        </pc:graphicFrameChg>
        <pc:cxnChg chg="mod">
          <ac:chgData name="MIHALIK, ANNA" userId="S::amihalik@email.sc.edu::250cf866-8738-4a94-896f-8824a38bb762" providerId="AD" clId="Web-{B6F5FB2B-311F-F04C-CB7E-D834D746A7F5}" dt="2024-02-05T23:22:39.530" v="6" actId="14100"/>
          <ac:cxnSpMkLst>
            <pc:docMk/>
            <pc:sldMk cId="2631079382" sldId="3033"/>
            <ac:cxnSpMk id="5" creationId="{B08BE9D6-92A5-7F61-9803-0B7B38C15585}"/>
          </ac:cxnSpMkLst>
        </pc:cxnChg>
      </pc:sldChg>
    </pc:docChg>
  </pc:docChgLst>
  <pc:docChgLst>
    <pc:chgData name="Goldberg, Leo" userId="754e0aa0-4a25-4c19-b31f-419bdf8252e4" providerId="ADAL" clId="{17E7F985-2A4A-48DC-93D5-18621EC88AC7}"/>
    <pc:docChg chg="undo custSel modSld">
      <pc:chgData name="Goldberg, Leo" userId="754e0aa0-4a25-4c19-b31f-419bdf8252e4" providerId="ADAL" clId="{17E7F985-2A4A-48DC-93D5-18621EC88AC7}" dt="2024-02-05T23:25:12.681" v="136" actId="12788"/>
      <pc:docMkLst>
        <pc:docMk/>
      </pc:docMkLst>
      <pc:sldChg chg="addSp delSp modSp mod">
        <pc:chgData name="Goldberg, Leo" userId="754e0aa0-4a25-4c19-b31f-419bdf8252e4" providerId="ADAL" clId="{17E7F985-2A4A-48DC-93D5-18621EC88AC7}" dt="2024-02-05T23:25:12.681" v="136" actId="12788"/>
        <pc:sldMkLst>
          <pc:docMk/>
          <pc:sldMk cId="2631079382" sldId="3033"/>
        </pc:sldMkLst>
        <pc:spChg chg="del">
          <ac:chgData name="Goldberg, Leo" userId="754e0aa0-4a25-4c19-b31f-419bdf8252e4" providerId="ADAL" clId="{17E7F985-2A4A-48DC-93D5-18621EC88AC7}" dt="2024-02-05T23:12:30.472" v="48" actId="478"/>
          <ac:spMkLst>
            <pc:docMk/>
            <pc:sldMk cId="2631079382" sldId="3033"/>
            <ac:spMk id="3" creationId="{93E1B912-A871-059F-8714-F7D3F9315426}"/>
          </ac:spMkLst>
        </pc:spChg>
        <pc:spChg chg="add mod">
          <ac:chgData name="Goldberg, Leo" userId="754e0aa0-4a25-4c19-b31f-419bdf8252e4" providerId="ADAL" clId="{17E7F985-2A4A-48DC-93D5-18621EC88AC7}" dt="2024-02-05T23:25:12.681" v="136" actId="12788"/>
          <ac:spMkLst>
            <pc:docMk/>
            <pc:sldMk cId="2631079382" sldId="3033"/>
            <ac:spMk id="6" creationId="{DE883EC8-9AC7-937D-F193-FCCF4B9D6C33}"/>
          </ac:spMkLst>
        </pc:spChg>
        <pc:spChg chg="add del mod">
          <ac:chgData name="Goldberg, Leo" userId="754e0aa0-4a25-4c19-b31f-419bdf8252e4" providerId="ADAL" clId="{17E7F985-2A4A-48DC-93D5-18621EC88AC7}" dt="2024-02-05T23:23:44.409" v="131" actId="478"/>
          <ac:spMkLst>
            <pc:docMk/>
            <pc:sldMk cId="2631079382" sldId="3033"/>
            <ac:spMk id="8" creationId="{A4E1482D-7052-EB75-3C38-CF6F4FDFB008}"/>
          </ac:spMkLst>
        </pc:spChg>
        <pc:grpChg chg="add mod">
          <ac:chgData name="Goldberg, Leo" userId="754e0aa0-4a25-4c19-b31f-419bdf8252e4" providerId="ADAL" clId="{17E7F985-2A4A-48DC-93D5-18621EC88AC7}" dt="2024-02-05T23:24:59.588" v="135" actId="12788"/>
          <ac:grpSpMkLst>
            <pc:docMk/>
            <pc:sldMk cId="2631079382" sldId="3033"/>
            <ac:grpSpMk id="10" creationId="{3645184A-7986-9388-E919-CAA921C12EA1}"/>
          </ac:grpSpMkLst>
        </pc:grpChg>
        <pc:graphicFrameChg chg="add mod">
          <ac:chgData name="Goldberg, Leo" userId="754e0aa0-4a25-4c19-b31f-419bdf8252e4" providerId="ADAL" clId="{17E7F985-2A4A-48DC-93D5-18621EC88AC7}" dt="2024-02-05T23:24:56.249" v="134" actId="164"/>
          <ac:graphicFrameMkLst>
            <pc:docMk/>
            <pc:sldMk cId="2631079382" sldId="3033"/>
            <ac:graphicFrameMk id="2" creationId="{7F0767FE-D8EF-31A4-BB4F-CF8179D31D42}"/>
          </ac:graphicFrameMkLst>
        </pc:graphicFrameChg>
        <pc:cxnChg chg="add mod">
          <ac:chgData name="Goldberg, Leo" userId="754e0aa0-4a25-4c19-b31f-419bdf8252e4" providerId="ADAL" clId="{17E7F985-2A4A-48DC-93D5-18621EC88AC7}" dt="2024-02-05T23:24:56.249" v="134" actId="164"/>
          <ac:cxnSpMkLst>
            <pc:docMk/>
            <pc:sldMk cId="2631079382" sldId="3033"/>
            <ac:cxnSpMk id="5" creationId="{B08BE9D6-92A5-7F61-9803-0B7B38C15585}"/>
          </ac:cxnSpMkLst>
        </pc:cxnChg>
      </pc:sldChg>
      <pc:sldChg chg="addSp delSp modSp mod">
        <pc:chgData name="Goldberg, Leo" userId="754e0aa0-4a25-4c19-b31f-419bdf8252e4" providerId="ADAL" clId="{17E7F985-2A4A-48DC-93D5-18621EC88AC7}" dt="2024-02-05T23:00:13.194" v="37" actId="207"/>
        <pc:sldMkLst>
          <pc:docMk/>
          <pc:sldMk cId="1798079639" sldId="3039"/>
        </pc:sldMkLst>
        <pc:graphicFrameChg chg="add mod">
          <ac:chgData name="Goldberg, Leo" userId="754e0aa0-4a25-4c19-b31f-419bdf8252e4" providerId="ADAL" clId="{17E7F985-2A4A-48DC-93D5-18621EC88AC7}" dt="2024-02-05T18:49:59.489" v="0"/>
          <ac:graphicFrameMkLst>
            <pc:docMk/>
            <pc:sldMk cId="1798079639" sldId="3039"/>
            <ac:graphicFrameMk id="2" creationId="{6BD69B59-5E8B-F8AC-BFED-BE215A9E388D}"/>
          </ac:graphicFrameMkLst>
        </pc:graphicFrameChg>
        <pc:graphicFrameChg chg="add mod">
          <ac:chgData name="Goldberg, Leo" userId="754e0aa0-4a25-4c19-b31f-419bdf8252e4" providerId="ADAL" clId="{17E7F985-2A4A-48DC-93D5-18621EC88AC7}" dt="2024-02-05T18:50:04.256" v="2"/>
          <ac:graphicFrameMkLst>
            <pc:docMk/>
            <pc:sldMk cId="1798079639" sldId="3039"/>
            <ac:graphicFrameMk id="3" creationId="{9E4D3487-5F5D-D2BE-A91A-4C7145DFAAED}"/>
          </ac:graphicFrameMkLst>
        </pc:graphicFrameChg>
        <pc:graphicFrameChg chg="del">
          <ac:chgData name="Goldberg, Leo" userId="754e0aa0-4a25-4c19-b31f-419bdf8252e4" providerId="ADAL" clId="{17E7F985-2A4A-48DC-93D5-18621EC88AC7}" dt="2024-02-05T18:50:03.096" v="1" actId="478"/>
          <ac:graphicFrameMkLst>
            <pc:docMk/>
            <pc:sldMk cId="1798079639" sldId="3039"/>
            <ac:graphicFrameMk id="5" creationId="{D03AB499-0C70-0356-C5A4-F04D654564D8}"/>
          </ac:graphicFrameMkLst>
        </pc:graphicFrameChg>
        <pc:graphicFrameChg chg="add del mod">
          <ac:chgData name="Goldberg, Leo" userId="754e0aa0-4a25-4c19-b31f-419bdf8252e4" providerId="ADAL" clId="{17E7F985-2A4A-48DC-93D5-18621EC88AC7}" dt="2024-02-05T22:02:44.600" v="14" actId="478"/>
          <ac:graphicFrameMkLst>
            <pc:docMk/>
            <pc:sldMk cId="1798079639" sldId="3039"/>
            <ac:graphicFrameMk id="6" creationId="{2561DA46-6C8C-6F88-1CFA-E77ADB5C7E7F}"/>
          </ac:graphicFrameMkLst>
        </pc:graphicFrameChg>
        <pc:graphicFrameChg chg="add mod">
          <ac:chgData name="Goldberg, Leo" userId="754e0aa0-4a25-4c19-b31f-419bdf8252e4" providerId="ADAL" clId="{17E7F985-2A4A-48DC-93D5-18621EC88AC7}" dt="2024-02-05T22:02:45.189" v="15"/>
          <ac:graphicFrameMkLst>
            <pc:docMk/>
            <pc:sldMk cId="1798079639" sldId="3039"/>
            <ac:graphicFrameMk id="8" creationId="{DAE0C64E-121B-201F-AF4E-8A5AAAC04E7B}"/>
          </ac:graphicFrameMkLst>
        </pc:graphicFrameChg>
        <pc:graphicFrameChg chg="add del mod">
          <ac:chgData name="Goldberg, Leo" userId="754e0aa0-4a25-4c19-b31f-419bdf8252e4" providerId="ADAL" clId="{17E7F985-2A4A-48DC-93D5-18621EC88AC7}" dt="2024-02-05T22:03:22.532" v="23" actId="478"/>
          <ac:graphicFrameMkLst>
            <pc:docMk/>
            <pc:sldMk cId="1798079639" sldId="3039"/>
            <ac:graphicFrameMk id="11" creationId="{02920423-D4D8-78C9-BABD-8085497566F8}"/>
          </ac:graphicFrameMkLst>
        </pc:graphicFrameChg>
        <pc:graphicFrameChg chg="add mod">
          <ac:chgData name="Goldberg, Leo" userId="754e0aa0-4a25-4c19-b31f-419bdf8252e4" providerId="ADAL" clId="{17E7F985-2A4A-48DC-93D5-18621EC88AC7}" dt="2024-02-05T22:04:12.369" v="24"/>
          <ac:graphicFrameMkLst>
            <pc:docMk/>
            <pc:sldMk cId="1798079639" sldId="3039"/>
            <ac:graphicFrameMk id="12" creationId="{68CCAE58-4343-E9ED-97EB-777752DB4122}"/>
          </ac:graphicFrameMkLst>
        </pc:graphicFrameChg>
        <pc:graphicFrameChg chg="add mod">
          <ac:chgData name="Goldberg, Leo" userId="754e0aa0-4a25-4c19-b31f-419bdf8252e4" providerId="ADAL" clId="{17E7F985-2A4A-48DC-93D5-18621EC88AC7}" dt="2024-02-05T23:00:13.194" v="37" actId="207"/>
          <ac:graphicFrameMkLst>
            <pc:docMk/>
            <pc:sldMk cId="1798079639" sldId="3039"/>
            <ac:graphicFrameMk id="13" creationId="{29FE1937-C124-A234-7FED-7A15A603175A}"/>
          </ac:graphicFrameMkLst>
        </pc:graphicFrameChg>
        <pc:picChg chg="add">
          <ac:chgData name="Goldberg, Leo" userId="754e0aa0-4a25-4c19-b31f-419bdf8252e4" providerId="ADAL" clId="{17E7F985-2A4A-48DC-93D5-18621EC88AC7}" dt="2024-02-05T22:02:47.348" v="16"/>
          <ac:picMkLst>
            <pc:docMk/>
            <pc:sldMk cId="1798079639" sldId="3039"/>
            <ac:picMk id="10" creationId="{6AF5B97D-079A-D05B-1FD8-EC0CA2372F9E}"/>
          </ac:picMkLst>
        </pc:picChg>
      </pc:sldChg>
    </pc:docChg>
  </pc:docChgLst>
  <pc:docChgLst>
    <pc:chgData name="MIHALIK, ANNA" userId="S::amihalik@email.sc.edu::250cf866-8738-4a94-896f-8824a38bb762" providerId="AD" clId="Web-{4213A783-82D9-4D48-4D23-346FC84C3D38}"/>
    <pc:docChg chg="modSld">
      <pc:chgData name="MIHALIK, ANNA" userId="S::amihalik@email.sc.edu::250cf866-8738-4a94-896f-8824a38bb762" providerId="AD" clId="Web-{4213A783-82D9-4D48-4D23-346FC84C3D38}" dt="2024-02-05T14:17:14.459" v="56"/>
      <pc:docMkLst>
        <pc:docMk/>
      </pc:docMkLst>
      <pc:sldChg chg="modSp">
        <pc:chgData name="MIHALIK, ANNA" userId="S::amihalik@email.sc.edu::250cf866-8738-4a94-896f-8824a38bb762" providerId="AD" clId="Web-{4213A783-82D9-4D48-4D23-346FC84C3D38}" dt="2024-02-05T14:17:14.459" v="56"/>
        <pc:sldMkLst>
          <pc:docMk/>
          <pc:sldMk cId="3039098593" sldId="3035"/>
        </pc:sldMkLst>
        <pc:spChg chg="mod">
          <ac:chgData name="MIHALIK, ANNA" userId="S::amihalik@email.sc.edu::250cf866-8738-4a94-896f-8824a38bb762" providerId="AD" clId="Web-{4213A783-82D9-4D48-4D23-346FC84C3D38}" dt="2024-02-05T14:17:14.459" v="56"/>
          <ac:spMkLst>
            <pc:docMk/>
            <pc:sldMk cId="3039098593" sldId="3035"/>
            <ac:spMk id="2" creationId="{01C22758-8208-CC80-3A8B-C98878795FE8}"/>
          </ac:spMkLst>
        </pc:spChg>
      </pc:sldChg>
    </pc:docChg>
  </pc:docChgLst>
  <pc:docChgLst>
    <pc:chgData name="Goldberg, Leo" userId="S::leog@email.sc.edu::754e0aa0-4a25-4c19-b31f-419bdf8252e4" providerId="AD" clId="Web-{C7DB3A79-EA3C-2D36-41B8-94DDE07161A4}"/>
    <pc:docChg chg="addSld modSld sldOrd">
      <pc:chgData name="Goldberg, Leo" userId="S::leog@email.sc.edu::754e0aa0-4a25-4c19-b31f-419bdf8252e4" providerId="AD" clId="Web-{C7DB3A79-EA3C-2D36-41B8-94DDE07161A4}" dt="2024-02-05T02:00:56.875" v="15" actId="20577"/>
      <pc:docMkLst>
        <pc:docMk/>
      </pc:docMkLst>
      <pc:sldChg chg="modSp add ord replId">
        <pc:chgData name="Goldberg, Leo" userId="S::leog@email.sc.edu::754e0aa0-4a25-4c19-b31f-419bdf8252e4" providerId="AD" clId="Web-{C7DB3A79-EA3C-2D36-41B8-94DDE07161A4}" dt="2024-02-05T02:00:56.875" v="15" actId="20577"/>
        <pc:sldMkLst>
          <pc:docMk/>
          <pc:sldMk cId="1798079639" sldId="3039"/>
        </pc:sldMkLst>
        <pc:spChg chg="mod">
          <ac:chgData name="Goldberg, Leo" userId="S::leog@email.sc.edu::754e0aa0-4a25-4c19-b31f-419bdf8252e4" providerId="AD" clId="Web-{C7DB3A79-EA3C-2D36-41B8-94DDE07161A4}" dt="2024-02-05T02:00:56.875" v="15" actId="20577"/>
          <ac:spMkLst>
            <pc:docMk/>
            <pc:sldMk cId="1798079639" sldId="3039"/>
            <ac:spMk id="7" creationId="{07B5AD68-09DF-3701-80EF-B05E852C1041}"/>
          </ac:spMkLst>
        </pc:spChg>
      </pc:sldChg>
    </pc:docChg>
  </pc:docChgLst>
  <pc:docChgLst>
    <pc:chgData name="Schwartz, Drew" userId="2ef71c89-d437-4192-84f6-5f028ae90dd6" providerId="ADAL" clId="{8193697C-0C47-FF43-8002-E1A8CAC9CC3B}"/>
    <pc:docChg chg="undo custSel modSld">
      <pc:chgData name="Schwartz, Drew" userId="2ef71c89-d437-4192-84f6-5f028ae90dd6" providerId="ADAL" clId="{8193697C-0C47-FF43-8002-E1A8CAC9CC3B}" dt="2024-02-05T23:36:18.222" v="18" actId="20577"/>
      <pc:docMkLst>
        <pc:docMk/>
      </pc:docMkLst>
      <pc:sldChg chg="modSp mod">
        <pc:chgData name="Schwartz, Drew" userId="2ef71c89-d437-4192-84f6-5f028ae90dd6" providerId="ADAL" clId="{8193697C-0C47-FF43-8002-E1A8CAC9CC3B}" dt="2024-02-05T23:36:18.222" v="18" actId="20577"/>
        <pc:sldMkLst>
          <pc:docMk/>
          <pc:sldMk cId="1576315634" sldId="3029"/>
        </pc:sldMkLst>
        <pc:spChg chg="mod">
          <ac:chgData name="Schwartz, Drew" userId="2ef71c89-d437-4192-84f6-5f028ae90dd6" providerId="ADAL" clId="{8193697C-0C47-FF43-8002-E1A8CAC9CC3B}" dt="2024-02-05T23:36:18.222" v="18" actId="20577"/>
          <ac:spMkLst>
            <pc:docMk/>
            <pc:sldMk cId="1576315634" sldId="3029"/>
            <ac:spMk id="3" creationId="{4FB2C610-4871-F942-5802-A49A34D7A689}"/>
          </ac:spMkLst>
        </pc:spChg>
      </pc:sldChg>
    </pc:docChg>
  </pc:docChgLst>
  <pc:docChgLst>
    <pc:chgData name="Doner, Ethan" userId="S::edoner@email.sc.edu::f2b02dd1-bc81-458b-91c9-7f3c6c91e5a2" providerId="AD" clId="Web-{59F29B82-69C8-240E-D3EC-4253C2FA9950}"/>
    <pc:docChg chg="modSld">
      <pc:chgData name="Doner, Ethan" userId="S::edoner@email.sc.edu::f2b02dd1-bc81-458b-91c9-7f3c6c91e5a2" providerId="AD" clId="Web-{59F29B82-69C8-240E-D3EC-4253C2FA9950}" dt="2024-02-01T02:03:13.485" v="2" actId="1076"/>
      <pc:docMkLst>
        <pc:docMk/>
      </pc:docMkLst>
      <pc:sldChg chg="addSp modSp">
        <pc:chgData name="Doner, Ethan" userId="S::edoner@email.sc.edu::f2b02dd1-bc81-458b-91c9-7f3c6c91e5a2" providerId="AD" clId="Web-{59F29B82-69C8-240E-D3EC-4253C2FA9950}" dt="2024-02-01T02:03:13.485" v="2" actId="1076"/>
        <pc:sldMkLst>
          <pc:docMk/>
          <pc:sldMk cId="1332512878" sldId="3031"/>
        </pc:sldMkLst>
        <pc:picChg chg="add mod">
          <ac:chgData name="Doner, Ethan" userId="S::edoner@email.sc.edu::f2b02dd1-bc81-458b-91c9-7f3c6c91e5a2" providerId="AD" clId="Web-{59F29B82-69C8-240E-D3EC-4253C2FA9950}" dt="2024-02-01T02:03:13.485" v="2" actId="1076"/>
          <ac:picMkLst>
            <pc:docMk/>
            <pc:sldMk cId="1332512878" sldId="3031"/>
            <ac:picMk id="2" creationId="{10D9F81B-57C1-18AC-B757-585C0CAC0831}"/>
          </ac:picMkLst>
        </pc:picChg>
      </pc:sldChg>
    </pc:docChg>
  </pc:docChgLst>
  <pc:docChgLst>
    <pc:chgData name="Goldberg, Leo" userId="S::leog@email.sc.edu::754e0aa0-4a25-4c19-b31f-419bdf8252e4" providerId="AD" clId="Web-{B667D2A3-D689-414B-4D58-E86392F03D81}"/>
    <pc:docChg chg="modSld">
      <pc:chgData name="Goldberg, Leo" userId="S::leog@email.sc.edu::754e0aa0-4a25-4c19-b31f-419bdf8252e4" providerId="AD" clId="Web-{B667D2A3-D689-414B-4D58-E86392F03D81}" dt="2024-02-05T02:42:53.758" v="3"/>
      <pc:docMkLst>
        <pc:docMk/>
      </pc:docMkLst>
      <pc:sldChg chg="addSp delSp modSp">
        <pc:chgData name="Goldberg, Leo" userId="S::leog@email.sc.edu::754e0aa0-4a25-4c19-b31f-419bdf8252e4" providerId="AD" clId="Web-{B667D2A3-D689-414B-4D58-E86392F03D81}" dt="2024-02-05T02:42:53.758" v="3"/>
        <pc:sldMkLst>
          <pc:docMk/>
          <pc:sldMk cId="1798079639" sldId="3039"/>
        </pc:sldMkLst>
        <pc:graphicFrameChg chg="add del mod">
          <ac:chgData name="Goldberg, Leo" userId="S::leog@email.sc.edu::754e0aa0-4a25-4c19-b31f-419bdf8252e4" providerId="AD" clId="Web-{B667D2A3-D689-414B-4D58-E86392F03D81}" dt="2024-02-05T02:42:00.602" v="1"/>
          <ac:graphicFrameMkLst>
            <pc:docMk/>
            <pc:sldMk cId="1798079639" sldId="3039"/>
            <ac:graphicFrameMk id="3" creationId="{570B6097-437F-05FB-60FD-648573B9150E}"/>
          </ac:graphicFrameMkLst>
        </pc:graphicFrameChg>
        <pc:graphicFrameChg chg="add del mod">
          <ac:chgData name="Goldberg, Leo" userId="S::leog@email.sc.edu::754e0aa0-4a25-4c19-b31f-419bdf8252e4" providerId="AD" clId="Web-{B667D2A3-D689-414B-4D58-E86392F03D81}" dt="2024-02-05T02:42:53.758" v="3"/>
          <ac:graphicFrameMkLst>
            <pc:docMk/>
            <pc:sldMk cId="1798079639" sldId="3039"/>
            <ac:graphicFrameMk id="6" creationId="{2E5B5C18-714F-3CED-7AB3-56621AF11541}"/>
          </ac:graphicFrameMkLst>
        </pc:graphicFrameChg>
      </pc:sldChg>
    </pc:docChg>
  </pc:docChgLst>
  <pc:docChgLst>
    <pc:chgData name="MIHALIK, ANNA" userId="S::amihalik@email.sc.edu::250cf866-8738-4a94-896f-8824a38bb762" providerId="AD" clId="Web-{B93B4436-5B71-AE17-45D1-C19B9B16DEC2}"/>
    <pc:docChg chg="modSld">
      <pc:chgData name="MIHALIK, ANNA" userId="S::amihalik@email.sc.edu::250cf866-8738-4a94-896f-8824a38bb762" providerId="AD" clId="Web-{B93B4436-5B71-AE17-45D1-C19B9B16DEC2}" dt="2024-02-05T19:53:40.082" v="3" actId="20577"/>
      <pc:docMkLst>
        <pc:docMk/>
      </pc:docMkLst>
      <pc:sldChg chg="modSp">
        <pc:chgData name="MIHALIK, ANNA" userId="S::amihalik@email.sc.edu::250cf866-8738-4a94-896f-8824a38bb762" providerId="AD" clId="Web-{B93B4436-5B71-AE17-45D1-C19B9B16DEC2}" dt="2024-02-05T19:53:40.082" v="3" actId="20577"/>
        <pc:sldMkLst>
          <pc:docMk/>
          <pc:sldMk cId="3501736573" sldId="3026"/>
        </pc:sldMkLst>
        <pc:spChg chg="mod">
          <ac:chgData name="MIHALIK, ANNA" userId="S::amihalik@email.sc.edu::250cf866-8738-4a94-896f-8824a38bb762" providerId="AD" clId="Web-{B93B4436-5B71-AE17-45D1-C19B9B16DEC2}" dt="2024-02-05T19:53:40.082" v="3" actId="20577"/>
          <ac:spMkLst>
            <pc:docMk/>
            <pc:sldMk cId="3501736573" sldId="3026"/>
            <ac:spMk id="7" creationId="{96C82F80-183A-1A53-578C-F21E94992955}"/>
          </ac:spMkLst>
        </pc:spChg>
      </pc:sldChg>
      <pc:sldChg chg="modSp">
        <pc:chgData name="MIHALIK, ANNA" userId="S::amihalik@email.sc.edu::250cf866-8738-4a94-896f-8824a38bb762" providerId="AD" clId="Web-{B93B4436-5B71-AE17-45D1-C19B9B16DEC2}" dt="2024-02-05T19:53:35.223" v="2" actId="20577"/>
        <pc:sldMkLst>
          <pc:docMk/>
          <pc:sldMk cId="1543330203" sldId="3028"/>
        </pc:sldMkLst>
        <pc:spChg chg="mod">
          <ac:chgData name="MIHALIK, ANNA" userId="S::amihalik@email.sc.edu::250cf866-8738-4a94-896f-8824a38bb762" providerId="AD" clId="Web-{B93B4436-5B71-AE17-45D1-C19B9B16DEC2}" dt="2024-02-05T19:53:35.223" v="2" actId="20577"/>
          <ac:spMkLst>
            <pc:docMk/>
            <pc:sldMk cId="1543330203" sldId="3028"/>
            <ac:spMk id="7" creationId="{445F98FB-5C84-B7EA-2F95-0A6E9AF8A1D9}"/>
          </ac:spMkLst>
        </pc:spChg>
      </pc:sldChg>
      <pc:sldChg chg="modSp">
        <pc:chgData name="MIHALIK, ANNA" userId="S::amihalik@email.sc.edu::250cf866-8738-4a94-896f-8824a38bb762" providerId="AD" clId="Web-{B93B4436-5B71-AE17-45D1-C19B9B16DEC2}" dt="2024-02-05T19:53:30.597" v="1" actId="20577"/>
        <pc:sldMkLst>
          <pc:docMk/>
          <pc:sldMk cId="1576315634" sldId="3029"/>
        </pc:sldMkLst>
        <pc:spChg chg="mod">
          <ac:chgData name="MIHALIK, ANNA" userId="S::amihalik@email.sc.edu::250cf866-8738-4a94-896f-8824a38bb762" providerId="AD" clId="Web-{B93B4436-5B71-AE17-45D1-C19B9B16DEC2}" dt="2024-02-05T19:53:30.597" v="1" actId="20577"/>
          <ac:spMkLst>
            <pc:docMk/>
            <pc:sldMk cId="1576315634" sldId="3029"/>
            <ac:spMk id="7" creationId="{DD211B34-E831-D2B6-C01C-24CDB791D8E7}"/>
          </ac:spMkLst>
        </pc:spChg>
      </pc:sldChg>
    </pc:docChg>
  </pc:docChgLst>
  <pc:docChgLst>
    <pc:chgData name="Schwartz, Drew" userId="S::drewds@email.sc.edu::2ef71c89-d437-4192-84f6-5f028ae90dd6" providerId="AD" clId="Web-{787AB5A5-7F91-46C0-952B-9EA6E3457C2C}"/>
    <pc:docChg chg="modSld">
      <pc:chgData name="Schwartz, Drew" userId="S::drewds@email.sc.edu::2ef71c89-d437-4192-84f6-5f028ae90dd6" providerId="AD" clId="Web-{787AB5A5-7F91-46C0-952B-9EA6E3457C2C}" dt="2024-02-01T01:46:48.980" v="709" actId="20577"/>
      <pc:docMkLst>
        <pc:docMk/>
      </pc:docMkLst>
      <pc:sldChg chg="addSp delSp modSp">
        <pc:chgData name="Schwartz, Drew" userId="S::drewds@email.sc.edu::2ef71c89-d437-4192-84f6-5f028ae90dd6" providerId="AD" clId="Web-{787AB5A5-7F91-46C0-952B-9EA6E3457C2C}" dt="2024-02-01T01:46:48.980" v="709" actId="20577"/>
        <pc:sldMkLst>
          <pc:docMk/>
          <pc:sldMk cId="1576315634" sldId="3029"/>
        </pc:sldMkLst>
        <pc:spChg chg="del mod">
          <ac:chgData name="Schwartz, Drew" userId="S::drewds@email.sc.edu::2ef71c89-d437-4192-84f6-5f028ae90dd6" providerId="AD" clId="Web-{787AB5A5-7F91-46C0-952B-9EA6E3457C2C}" dt="2024-02-01T01:26:40.954" v="19"/>
          <ac:spMkLst>
            <pc:docMk/>
            <pc:sldMk cId="1576315634" sldId="3029"/>
            <ac:spMk id="2" creationId="{56711B00-EAC3-4B81-DCB2-07A56109360D}"/>
          </ac:spMkLst>
        </pc:spChg>
        <pc:spChg chg="add mod">
          <ac:chgData name="Schwartz, Drew" userId="S::drewds@email.sc.edu::2ef71c89-d437-4192-84f6-5f028ae90dd6" providerId="AD" clId="Web-{787AB5A5-7F91-46C0-952B-9EA6E3457C2C}" dt="2024-02-01T01:46:48.980" v="709" actId="20577"/>
          <ac:spMkLst>
            <pc:docMk/>
            <pc:sldMk cId="1576315634" sldId="3029"/>
            <ac:spMk id="3" creationId="{4FB2C610-4871-F942-5802-A49A34D7A689}"/>
          </ac:spMkLst>
        </pc:spChg>
        <pc:spChg chg="mod">
          <ac:chgData name="Schwartz, Drew" userId="S::drewds@email.sc.edu::2ef71c89-d437-4192-84f6-5f028ae90dd6" providerId="AD" clId="Web-{787AB5A5-7F91-46C0-952B-9EA6E3457C2C}" dt="2024-02-01T01:43:46.239" v="613" actId="1076"/>
          <ac:spMkLst>
            <pc:docMk/>
            <pc:sldMk cId="1576315634" sldId="3029"/>
            <ac:spMk id="5" creationId="{F692395F-9B98-39FE-EA4F-AFC26EE51301}"/>
          </ac:spMkLst>
        </pc:spChg>
        <pc:spChg chg="mod">
          <ac:chgData name="Schwartz, Drew" userId="S::drewds@email.sc.edu::2ef71c89-d437-4192-84f6-5f028ae90dd6" providerId="AD" clId="Web-{787AB5A5-7F91-46C0-952B-9EA6E3457C2C}" dt="2024-02-01T01:18:49.435" v="17" actId="20577"/>
          <ac:spMkLst>
            <pc:docMk/>
            <pc:sldMk cId="1576315634" sldId="3029"/>
            <ac:spMk id="7" creationId="{DD211B34-E831-D2B6-C01C-24CDB791D8E7}"/>
          </ac:spMkLst>
        </pc:spChg>
      </pc:sldChg>
    </pc:docChg>
  </pc:docChgLst>
  <pc:docChgLst>
    <pc:chgData name="Scheffler, Bryan" userId="S::schefflb@email.sc.edu::2aac2a86-2cb0-4da6-bc61-a29d25ee2e8a" providerId="AD" clId="Web-{1F9B1307-1B01-BD44-0623-B2126FD28FD1}"/>
    <pc:docChg chg="addSld delSld modSld sldOrd">
      <pc:chgData name="Scheffler, Bryan" userId="S::schefflb@email.sc.edu::2aac2a86-2cb0-4da6-bc61-a29d25ee2e8a" providerId="AD" clId="Web-{1F9B1307-1B01-BD44-0623-B2126FD28FD1}" dt="2024-02-05T07:31:30.591" v="65" actId="1076"/>
      <pc:docMkLst>
        <pc:docMk/>
      </pc:docMkLst>
      <pc:sldChg chg="addSp modSp ord">
        <pc:chgData name="Scheffler, Bryan" userId="S::schefflb@email.sc.edu::2aac2a86-2cb0-4da6-bc61-a29d25ee2e8a" providerId="AD" clId="Web-{1F9B1307-1B01-BD44-0623-B2126FD28FD1}" dt="2024-02-05T07:25:20.204" v="63"/>
        <pc:sldMkLst>
          <pc:docMk/>
          <pc:sldMk cId="3705041650" sldId="3030"/>
        </pc:sldMkLst>
        <pc:spChg chg="mod">
          <ac:chgData name="Scheffler, Bryan" userId="S::schefflb@email.sc.edu::2aac2a86-2cb0-4da6-bc61-a29d25ee2e8a" providerId="AD" clId="Web-{1F9B1307-1B01-BD44-0623-B2126FD28FD1}" dt="2024-02-05T07:07:13.578" v="14" actId="20577"/>
          <ac:spMkLst>
            <pc:docMk/>
            <pc:sldMk cId="3705041650" sldId="3030"/>
            <ac:spMk id="7" creationId="{07B5AD68-09DF-3701-80EF-B05E852C1041}"/>
          </ac:spMkLst>
        </pc:spChg>
        <pc:picChg chg="add mod">
          <ac:chgData name="Scheffler, Bryan" userId="S::schefflb@email.sc.edu::2aac2a86-2cb0-4da6-bc61-a29d25ee2e8a" providerId="AD" clId="Web-{1F9B1307-1B01-BD44-0623-B2126FD28FD1}" dt="2024-02-05T07:12:49.197" v="18" actId="1076"/>
          <ac:picMkLst>
            <pc:docMk/>
            <pc:sldMk cId="3705041650" sldId="3030"/>
            <ac:picMk id="2" creationId="{35507C6B-4157-E8C2-4FD8-57B9B1065848}"/>
          </ac:picMkLst>
        </pc:picChg>
      </pc:sldChg>
      <pc:sldChg chg="del">
        <pc:chgData name="Scheffler, Bryan" userId="S::schefflb@email.sc.edu::2aac2a86-2cb0-4da6-bc61-a29d25ee2e8a" providerId="AD" clId="Web-{1F9B1307-1B01-BD44-0623-B2126FD28FD1}" dt="2024-02-05T06:53:27.115" v="0"/>
        <pc:sldMkLst>
          <pc:docMk/>
          <pc:sldMk cId="1095759127" sldId="3032"/>
        </pc:sldMkLst>
      </pc:sldChg>
      <pc:sldChg chg="modSp">
        <pc:chgData name="Scheffler, Bryan" userId="S::schefflb@email.sc.edu::2aac2a86-2cb0-4da6-bc61-a29d25ee2e8a" providerId="AD" clId="Web-{1F9B1307-1B01-BD44-0623-B2126FD28FD1}" dt="2024-02-05T06:54:19.429" v="6" actId="20577"/>
        <pc:sldMkLst>
          <pc:docMk/>
          <pc:sldMk cId="1236983448" sldId="3034"/>
        </pc:sldMkLst>
        <pc:spChg chg="mod">
          <ac:chgData name="Scheffler, Bryan" userId="S::schefflb@email.sc.edu::2aac2a86-2cb0-4da6-bc61-a29d25ee2e8a" providerId="AD" clId="Web-{1F9B1307-1B01-BD44-0623-B2126FD28FD1}" dt="2024-02-05T06:54:19.429" v="6" actId="20577"/>
          <ac:spMkLst>
            <pc:docMk/>
            <pc:sldMk cId="1236983448" sldId="3034"/>
            <ac:spMk id="6" creationId="{29BEE183-5F86-C322-3C1D-F909DCE53294}"/>
          </ac:spMkLst>
        </pc:spChg>
      </pc:sldChg>
      <pc:sldChg chg="modSp ord">
        <pc:chgData name="Scheffler, Bryan" userId="S::schefflb@email.sc.edu::2aac2a86-2cb0-4da6-bc61-a29d25ee2e8a" providerId="AD" clId="Web-{1F9B1307-1B01-BD44-0623-B2126FD28FD1}" dt="2024-02-05T07:24:25.359" v="62" actId="20577"/>
        <pc:sldMkLst>
          <pc:docMk/>
          <pc:sldMk cId="3039098593" sldId="3035"/>
        </pc:sldMkLst>
        <pc:spChg chg="mod">
          <ac:chgData name="Scheffler, Bryan" userId="S::schefflb@email.sc.edu::2aac2a86-2cb0-4da6-bc61-a29d25ee2e8a" providerId="AD" clId="Web-{1F9B1307-1B01-BD44-0623-B2126FD28FD1}" dt="2024-02-05T07:24:25.359" v="62" actId="20577"/>
          <ac:spMkLst>
            <pc:docMk/>
            <pc:sldMk cId="3039098593" sldId="3035"/>
            <ac:spMk id="3" creationId="{CC096ACC-EF6D-883F-5289-83A7D8988F97}"/>
          </ac:spMkLst>
        </pc:spChg>
      </pc:sldChg>
      <pc:sldChg chg="del">
        <pc:chgData name="Scheffler, Bryan" userId="S::schefflb@email.sc.edu::2aac2a86-2cb0-4da6-bc61-a29d25ee2e8a" providerId="AD" clId="Web-{1F9B1307-1B01-BD44-0623-B2126FD28FD1}" dt="2024-02-05T06:54:31.226" v="7"/>
        <pc:sldMkLst>
          <pc:docMk/>
          <pc:sldMk cId="1383174116" sldId="3036"/>
        </pc:sldMkLst>
      </pc:sldChg>
      <pc:sldChg chg="del">
        <pc:chgData name="Scheffler, Bryan" userId="S::schefflb@email.sc.edu::2aac2a86-2cb0-4da6-bc61-a29d25ee2e8a" providerId="AD" clId="Web-{1F9B1307-1B01-BD44-0623-B2126FD28FD1}" dt="2024-02-05T06:53:31.897" v="2"/>
        <pc:sldMkLst>
          <pc:docMk/>
          <pc:sldMk cId="2592798628" sldId="3037"/>
        </pc:sldMkLst>
      </pc:sldChg>
      <pc:sldChg chg="del">
        <pc:chgData name="Scheffler, Bryan" userId="S::schefflb@email.sc.edu::2aac2a86-2cb0-4da6-bc61-a29d25ee2e8a" providerId="AD" clId="Web-{1F9B1307-1B01-BD44-0623-B2126FD28FD1}" dt="2024-02-05T06:53:30.100" v="1"/>
        <pc:sldMkLst>
          <pc:docMk/>
          <pc:sldMk cId="1265732170" sldId="3038"/>
        </pc:sldMkLst>
      </pc:sldChg>
      <pc:sldChg chg="ord">
        <pc:chgData name="Scheffler, Bryan" userId="S::schefflb@email.sc.edu::2aac2a86-2cb0-4da6-bc61-a29d25ee2e8a" providerId="AD" clId="Web-{1F9B1307-1B01-BD44-0623-B2126FD28FD1}" dt="2024-02-05T07:21:18.494" v="54"/>
        <pc:sldMkLst>
          <pc:docMk/>
          <pc:sldMk cId="1798079639" sldId="3039"/>
        </pc:sldMkLst>
      </pc:sldChg>
      <pc:sldChg chg="new del">
        <pc:chgData name="Scheffler, Bryan" userId="S::schefflb@email.sc.edu::2aac2a86-2cb0-4da6-bc61-a29d25ee2e8a" providerId="AD" clId="Web-{1F9B1307-1B01-BD44-0623-B2126FD28FD1}" dt="2024-02-05T07:13:07.370" v="20"/>
        <pc:sldMkLst>
          <pc:docMk/>
          <pc:sldMk cId="1242141615" sldId="3040"/>
        </pc:sldMkLst>
      </pc:sldChg>
      <pc:sldChg chg="addSp delSp modSp add ord replId">
        <pc:chgData name="Scheffler, Bryan" userId="S::schefflb@email.sc.edu::2aac2a86-2cb0-4da6-bc61-a29d25ee2e8a" providerId="AD" clId="Web-{1F9B1307-1B01-BD44-0623-B2126FD28FD1}" dt="2024-02-05T07:31:30.591" v="65" actId="1076"/>
        <pc:sldMkLst>
          <pc:docMk/>
          <pc:sldMk cId="2946371482" sldId="3040"/>
        </pc:sldMkLst>
        <pc:spChg chg="mod">
          <ac:chgData name="Scheffler, Bryan" userId="S::schefflb@email.sc.edu::2aac2a86-2cb0-4da6-bc61-a29d25ee2e8a" providerId="AD" clId="Web-{1F9B1307-1B01-BD44-0623-B2126FD28FD1}" dt="2024-02-05T07:13:22.276" v="34" actId="20577"/>
          <ac:spMkLst>
            <pc:docMk/>
            <pc:sldMk cId="2946371482" sldId="3040"/>
            <ac:spMk id="7" creationId="{07B5AD68-09DF-3701-80EF-B05E852C1041}"/>
          </ac:spMkLst>
        </pc:spChg>
        <pc:graphicFrameChg chg="del">
          <ac:chgData name="Scheffler, Bryan" userId="S::schefflb@email.sc.edu::2aac2a86-2cb0-4da6-bc61-a29d25ee2e8a" providerId="AD" clId="Web-{1F9B1307-1B01-BD44-0623-B2126FD28FD1}" dt="2024-02-05T07:13:23.604" v="35"/>
          <ac:graphicFrameMkLst>
            <pc:docMk/>
            <pc:sldMk cId="2946371482" sldId="3040"/>
            <ac:graphicFrameMk id="5" creationId="{D03AB499-0C70-0356-C5A4-F04D654564D8}"/>
          </ac:graphicFrameMkLst>
        </pc:graphicFrameChg>
        <pc:picChg chg="add del mod">
          <ac:chgData name="Scheffler, Bryan" userId="S::schefflb@email.sc.edu::2aac2a86-2cb0-4da6-bc61-a29d25ee2e8a" providerId="AD" clId="Web-{1F9B1307-1B01-BD44-0623-B2126FD28FD1}" dt="2024-02-05T07:14:59.201" v="38"/>
          <ac:picMkLst>
            <pc:docMk/>
            <pc:sldMk cId="2946371482" sldId="3040"/>
            <ac:picMk id="2" creationId="{E46B2672-16DA-268B-D22D-015EAAE82AF4}"/>
          </ac:picMkLst>
        </pc:picChg>
        <pc:picChg chg="add mod">
          <ac:chgData name="Scheffler, Bryan" userId="S::schefflb@email.sc.edu::2aac2a86-2cb0-4da6-bc61-a29d25ee2e8a" providerId="AD" clId="Web-{1F9B1307-1B01-BD44-0623-B2126FD28FD1}" dt="2024-02-05T07:17:21.784" v="46" actId="1076"/>
          <ac:picMkLst>
            <pc:docMk/>
            <pc:sldMk cId="2946371482" sldId="3040"/>
            <ac:picMk id="3" creationId="{08D5980E-65EF-EF3F-54C3-9FF0B7315945}"/>
          </ac:picMkLst>
        </pc:picChg>
        <pc:picChg chg="add mod">
          <ac:chgData name="Scheffler, Bryan" userId="S::schefflb@email.sc.edu::2aac2a86-2cb0-4da6-bc61-a29d25ee2e8a" providerId="AD" clId="Web-{1F9B1307-1B01-BD44-0623-B2126FD28FD1}" dt="2024-02-05T07:17:11.596" v="45" actId="1076"/>
          <ac:picMkLst>
            <pc:docMk/>
            <pc:sldMk cId="2946371482" sldId="3040"/>
            <ac:picMk id="6" creationId="{8FD2509D-8A3F-23EF-6B07-BDBB2DBEED98}"/>
          </ac:picMkLst>
        </pc:picChg>
        <pc:picChg chg="add mod">
          <ac:chgData name="Scheffler, Bryan" userId="S::schefflb@email.sc.edu::2aac2a86-2cb0-4da6-bc61-a29d25ee2e8a" providerId="AD" clId="Web-{1F9B1307-1B01-BD44-0623-B2126FD28FD1}" dt="2024-02-05T07:17:27.315" v="47" actId="14100"/>
          <ac:picMkLst>
            <pc:docMk/>
            <pc:sldMk cId="2946371482" sldId="3040"/>
            <ac:picMk id="8" creationId="{AFD04F9E-C9BB-7A15-3169-2B7513389AD9}"/>
          </ac:picMkLst>
        </pc:picChg>
        <pc:picChg chg="add mod">
          <ac:chgData name="Scheffler, Bryan" userId="S::schefflb@email.sc.edu::2aac2a86-2cb0-4da6-bc61-a29d25ee2e8a" providerId="AD" clId="Web-{1F9B1307-1B01-BD44-0623-B2126FD28FD1}" dt="2024-02-05T07:31:30.591" v="65" actId="1076"/>
          <ac:picMkLst>
            <pc:docMk/>
            <pc:sldMk cId="2946371482" sldId="3040"/>
            <ac:picMk id="10" creationId="{5F33BC82-9D02-B37D-884F-FE7AE0812DB2}"/>
          </ac:picMkLst>
        </pc:picChg>
        <pc:picChg chg="add mod">
          <ac:chgData name="Scheffler, Bryan" userId="S::schefflb@email.sc.edu::2aac2a86-2cb0-4da6-bc61-a29d25ee2e8a" providerId="AD" clId="Web-{1F9B1307-1B01-BD44-0623-B2126FD28FD1}" dt="2024-02-05T07:31:29.044" v="64" actId="1076"/>
          <ac:picMkLst>
            <pc:docMk/>
            <pc:sldMk cId="2946371482" sldId="3040"/>
            <ac:picMk id="11" creationId="{42D88FCC-3A55-183E-33DD-B60157B7389C}"/>
          </ac:picMkLst>
        </pc:picChg>
        <pc:picChg chg="add mod">
          <ac:chgData name="Scheffler, Bryan" userId="S::schefflb@email.sc.edu::2aac2a86-2cb0-4da6-bc61-a29d25ee2e8a" providerId="AD" clId="Web-{1F9B1307-1B01-BD44-0623-B2126FD28FD1}" dt="2024-02-05T07:23:20.201" v="56" actId="1076"/>
          <ac:picMkLst>
            <pc:docMk/>
            <pc:sldMk cId="2946371482" sldId="3040"/>
            <ac:picMk id="12" creationId="{8244F379-1091-D9DC-370E-B2D6C9091366}"/>
          </ac:picMkLst>
        </pc:picChg>
        <pc:picChg chg="add mod">
          <ac:chgData name="Scheffler, Bryan" userId="S::schefflb@email.sc.edu::2aac2a86-2cb0-4da6-bc61-a29d25ee2e8a" providerId="AD" clId="Web-{1F9B1307-1B01-BD44-0623-B2126FD28FD1}" dt="2024-02-05T07:23:58.874" v="58" actId="1076"/>
          <ac:picMkLst>
            <pc:docMk/>
            <pc:sldMk cId="2946371482" sldId="3040"/>
            <ac:picMk id="13" creationId="{4BB19047-EA04-5CD0-8341-6045F0639C2B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079F38-087B-4A5A-9B1C-1B8214E908D4}" type="datetimeFigureOut">
              <a:t>3/29/2024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46D19C-E481-44BA-AE48-17C3CFC7117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2567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cs typeface="Calibri"/>
              </a:rPr>
              <a:t>Mass-market cruise lines are also know as main stream cruise lines, these are the most popular and widely recognized names in cruising.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46D19C-E481-44BA-AE48-17C3CFC71173}" type="slidenum"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0060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EF96F-7995-A353-EF67-A91A32B462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3C05B7-B79E-61B4-C338-F72659D8FC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161E1C-A4B8-3033-7FCD-A0AC46D4E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7977B-F88B-0241-881C-48960F4E487B}" type="datetimeFigureOut">
              <a:rPr lang="en-US" smtClean="0"/>
              <a:t>3/29/2024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EDE29D-9F48-D37F-146E-B9297B97F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68B814-8E4A-414F-CEC7-2F74699E0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B4625-CEB5-914F-A482-27CCE11983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0124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30021-3BDF-1B2D-C1C2-2B2FBBE612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B98680-7BEA-2E6B-9E4B-9BC01BAF8E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A7A145-4C99-DC63-DBE9-05F56E2D4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7977B-F88B-0241-881C-48960F4E487B}" type="datetimeFigureOut">
              <a:rPr lang="en-US" smtClean="0"/>
              <a:t>3/29/2024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377729-C184-A99E-C30B-BD3BBE2F8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2B1E4E-5C8A-E974-E575-F3B906E1E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B4625-CEB5-914F-A482-27CCE11983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9205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7EAD0-FAF8-2B50-3D02-FDE5BD214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AD0725-A606-77E8-8EED-D7174C2056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560262-D830-B45D-D64D-975399895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7977B-F88B-0241-881C-48960F4E487B}" type="datetimeFigureOut">
              <a:rPr lang="en-US" smtClean="0"/>
              <a:t>3/29/2024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7A7EA4-72E2-A879-0DBB-43F8DCACD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FAFBC6-0327-33CC-6F8B-9C7FFF278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B4625-CEB5-914F-A482-27CCE11983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0293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80FC6-C6EE-60EF-3DCE-0F126CA6A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B00155-C879-5449-E40B-808A49871C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D83601-683C-99F9-D38C-14404D3097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2ABF37-2CE1-00B7-2748-0F331D74A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7977B-F88B-0241-881C-48960F4E487B}" type="datetimeFigureOut">
              <a:rPr lang="en-US" smtClean="0"/>
              <a:t>3/29/2024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08E58E-0CFE-C049-C282-61A5E06A4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26B6FD-465D-BB26-EAD5-5C98989D5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B4625-CEB5-914F-A482-27CCE11983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377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64C80-CC34-76FB-B55D-C8A6D4136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04E400-D507-1E8B-FDCA-20FC8D3D8A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E9DF87-790E-203E-B803-B8CDEB4E2B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53E10-43A7-D409-32E3-29D6452B53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A3504E-A1E4-2B71-937D-C356A223AA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ACE6538-9D4D-30B2-97BE-BAA6CC131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7977B-F88B-0241-881C-48960F4E487B}" type="datetimeFigureOut">
              <a:rPr lang="en-US" smtClean="0"/>
              <a:t>3/29/2024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D6EF3DD-6F39-B5AD-373E-672D032CD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B776F8-92A0-4635-A18C-B4ABF745B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B4625-CEB5-914F-A482-27CCE11983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9223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899B9-07C2-2445-0DDB-A4E78F825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902DB8-C1F9-9C81-5313-7A7206798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7977B-F88B-0241-881C-48960F4E487B}" type="datetimeFigureOut">
              <a:rPr lang="en-US" smtClean="0"/>
              <a:t>3/29/2024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838470-849A-9EC0-5630-45FB87FA2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9A12B8-F57A-D341-2B7E-BBA2E84A2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B4625-CEB5-914F-A482-27CCE11983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8016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F1A72C-EE97-2B96-8E86-1959E0770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7977B-F88B-0241-881C-48960F4E487B}" type="datetimeFigureOut">
              <a:rPr lang="en-US" smtClean="0"/>
              <a:t>3/29/2024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173CC4-1F4E-8663-635E-4E99B5D6F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073740-49A2-7C95-2CDA-C581CD9ED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B4625-CEB5-914F-A482-27CCE11983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6356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E4012-BB69-E617-37BE-C99A7FD934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72BEEF-1D75-727E-693D-AF22AE0E28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E52C60-A3D2-88D4-7713-A3477F2DE7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7CEC37-8206-FD42-4392-C28044FC8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7977B-F88B-0241-881C-48960F4E487B}" type="datetimeFigureOut">
              <a:rPr lang="en-US" smtClean="0"/>
              <a:t>3/29/2024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2F304F-1883-1D93-14AB-EA81923E1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056F02-A89F-7307-B0A8-38C39555E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B4625-CEB5-914F-A482-27CCE11983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5310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4A567-597F-6C9A-4BA9-B1B0C3D80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72F13E-3C46-8EC9-B3C5-2BA08B2B6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7C0F26-9C37-D752-DF7A-69A84FA283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1566C8-2292-09AF-E6CD-C55B8E9F0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7977B-F88B-0241-881C-48960F4E487B}" type="datetimeFigureOut">
              <a:rPr lang="en-US" smtClean="0"/>
              <a:t>3/29/2024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16F85B-B6CC-5DDB-8917-219EB0EC5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3BE134-8570-78B7-C7D3-77B5B7E87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B4625-CEB5-914F-A482-27CCE11983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0819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A365C-F792-CCEE-8356-6D45C4CCE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CFC677-F4CE-863E-EA45-CFBA87263D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51643B-70C7-0537-7FEC-1C212C4D8D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7977B-F88B-0241-881C-48960F4E487B}" type="datetimeFigureOut">
              <a:rPr lang="en-US" smtClean="0"/>
              <a:t>3/29/2024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418D71-98E5-3B2E-8C1D-0ECCB0B50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14630-1E5C-15C4-6A5A-1ED2CBBFF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B4625-CEB5-914F-A482-27CCE11983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3705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E158F9-36C0-FEE8-2570-52D6F46884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2F065-89A0-3C24-F0AD-BDD072D76E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2E6E78-6EAE-2CC1-DB41-AD406CBBC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7977B-F88B-0241-881C-48960F4E487B}" type="datetimeFigureOut">
              <a:rPr lang="en-US" smtClean="0"/>
              <a:t>3/29/2024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D9CFEE-4E44-BDBA-BF21-C3555241E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128D2C-CA1D-C19F-0182-B3DC400ED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B4625-CEB5-914F-A482-27CCE11983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641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C87AA0-DA09-DBD2-795B-CC74BD3B98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71984A-E17C-B362-90F0-76AEE5B7CC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0865C5-BD2B-8E06-7A9C-F28418BC21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77977B-F88B-0241-881C-48960F4E487B}" type="datetimeFigureOut">
              <a:rPr lang="en-US" smtClean="0"/>
              <a:t>3/29/2024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D5BEE4-2FD6-5BD0-D915-84E3900646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69F429-6A3C-D28D-CBF3-E8DF22AA0E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5B4625-CEB5-914F-A482-27CCE11983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6015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https://content.sportslogos.net/logos/34/834/full/2621.png">
            <a:extLst>
              <a:ext uri="{FF2B5EF4-FFF2-40B4-BE49-F238E27FC236}">
                <a16:creationId xmlns:a16="http://schemas.microsoft.com/office/drawing/2014/main" id="{F03CAA8B-954B-4D48-81C0-88C0A5785C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517" y="6404990"/>
            <a:ext cx="560548" cy="389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321BF8-E741-3817-18FD-9066E6D3BF08}"/>
              </a:ext>
            </a:extLst>
          </p:cNvPr>
          <p:cNvSpPr txBox="1"/>
          <p:nvPr/>
        </p:nvSpPr>
        <p:spPr>
          <a:xfrm>
            <a:off x="0" y="3240444"/>
            <a:ext cx="12192000" cy="523220"/>
          </a:xfrm>
          <a:prstGeom prst="rect">
            <a:avLst/>
          </a:prstGeom>
          <a:solidFill>
            <a:srgbClr val="002060"/>
          </a:solidFill>
          <a:ln w="38100">
            <a:solidFill>
              <a:srgbClr val="002060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cs typeface="Arial Narrow" panose="020B0604020202020204" pitchFamily="34" charset="0"/>
              </a:rPr>
              <a:t>Company Name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04744F2-9C96-39A7-C27F-6D20D3CC7A95}"/>
              </a:ext>
            </a:extLst>
          </p:cNvPr>
          <p:cNvSpPr txBox="1"/>
          <p:nvPr/>
        </p:nvSpPr>
        <p:spPr>
          <a:xfrm>
            <a:off x="2754747" y="4335331"/>
            <a:ext cx="6682505" cy="147732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dirty="0"/>
              <a:t>Stock Price 2/5/24:</a:t>
            </a:r>
          </a:p>
          <a:p>
            <a:pPr algn="ctr"/>
            <a:r>
              <a:rPr lang="en-US" dirty="0"/>
              <a:t>Target Price:</a:t>
            </a:r>
            <a:endParaRPr lang="en-US" dirty="0">
              <a:ea typeface="Calibri"/>
              <a:cs typeface="Calibri"/>
            </a:endParaRPr>
          </a:p>
          <a:p>
            <a:pPr algn="ctr"/>
            <a:r>
              <a:rPr lang="en-US" dirty="0">
                <a:ea typeface="Calibri"/>
                <a:cs typeface="Calibri"/>
              </a:rPr>
              <a:t>Group Heads: Leo Goldberg, Anna Mihalik, Bryan Scheffler</a:t>
            </a:r>
          </a:p>
          <a:p>
            <a:pPr algn="ctr"/>
            <a:r>
              <a:rPr lang="en-US" dirty="0">
                <a:ea typeface="Calibri"/>
                <a:cs typeface="Calibri"/>
              </a:rPr>
              <a:t>Associates: </a:t>
            </a:r>
          </a:p>
          <a:p>
            <a:pPr algn="ctr"/>
            <a:r>
              <a:rPr lang="en-US" dirty="0">
                <a:ea typeface="Calibri"/>
                <a:cs typeface="Calibri"/>
              </a:rPr>
              <a:t>2nd Year Analysts:</a:t>
            </a:r>
          </a:p>
        </p:txBody>
      </p:sp>
    </p:spTree>
    <p:extLst>
      <p:ext uri="{BB962C8B-B14F-4D97-AF65-F5344CB8AC3E}">
        <p14:creationId xmlns:p14="http://schemas.microsoft.com/office/powerpoint/2010/main" val="32939020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A29475-F6D2-F481-611A-DF76EEBCC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F3C6023-FF35-9900-BC0C-23DC1923A414}"/>
              </a:ext>
            </a:extLst>
          </p:cNvPr>
          <p:cNvSpPr txBox="1"/>
          <p:nvPr/>
        </p:nvSpPr>
        <p:spPr>
          <a:xfrm>
            <a:off x="285749" y="335485"/>
            <a:ext cx="11644313" cy="523220"/>
          </a:xfrm>
          <a:prstGeom prst="rect">
            <a:avLst/>
          </a:prstGeom>
          <a:solidFill>
            <a:srgbClr val="002060"/>
          </a:solidFill>
          <a:ln w="3810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>
                <a:solidFill>
                  <a:schemeClr val="bg1"/>
                </a:solidFill>
                <a:cs typeface="Arial Narrow" panose="020B0604020202020204" pitchFamily="34" charset="0"/>
              </a:rPr>
              <a:t>Key Drivers &amp; Investment Thesis 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EF4AD64-4A0F-D33A-D869-A8DE9FD5B6A8}"/>
              </a:ext>
            </a:extLst>
          </p:cNvPr>
          <p:cNvCxnSpPr>
            <a:cxnSpLocks/>
          </p:cNvCxnSpPr>
          <p:nvPr/>
        </p:nvCxnSpPr>
        <p:spPr>
          <a:xfrm>
            <a:off x="161925" y="335485"/>
            <a:ext cx="0" cy="5779565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CC096ACC-EF6D-883F-5289-83A7D8988F97}"/>
              </a:ext>
            </a:extLst>
          </p:cNvPr>
          <p:cNvSpPr/>
          <p:nvPr/>
        </p:nvSpPr>
        <p:spPr>
          <a:xfrm>
            <a:off x="647699" y="1257824"/>
            <a:ext cx="5586414" cy="130016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>
              <a:solidFill>
                <a:srgbClr val="000000"/>
              </a:solidFill>
              <a:cs typeface="Calibr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A677624-F4A4-4365-159D-41DCBAF198DE}"/>
              </a:ext>
            </a:extLst>
          </p:cNvPr>
          <p:cNvSpPr/>
          <p:nvPr/>
        </p:nvSpPr>
        <p:spPr>
          <a:xfrm>
            <a:off x="647699" y="2978943"/>
            <a:ext cx="5586414" cy="130016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2392B6E-E2E9-ABD6-8355-3124725833FE}"/>
              </a:ext>
            </a:extLst>
          </p:cNvPr>
          <p:cNvSpPr/>
          <p:nvPr/>
        </p:nvSpPr>
        <p:spPr>
          <a:xfrm>
            <a:off x="647699" y="4700062"/>
            <a:ext cx="5586414" cy="130016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>
              <a:solidFill>
                <a:srgbClr val="000000"/>
              </a:solidFill>
              <a:ea typeface="Calibri"/>
              <a:cs typeface="Calibri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1C22758-8208-CC80-3A8B-C98878795FE8}"/>
              </a:ext>
            </a:extLst>
          </p:cNvPr>
          <p:cNvSpPr/>
          <p:nvPr/>
        </p:nvSpPr>
        <p:spPr>
          <a:xfrm>
            <a:off x="7161142" y="2132467"/>
            <a:ext cx="4115423" cy="259887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390985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610D79-81B4-3C57-C052-25C5F8C95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BF0CC07-8EA7-ACE9-32D0-04A8DA182E1E}"/>
              </a:ext>
            </a:extLst>
          </p:cNvPr>
          <p:cNvSpPr txBox="1"/>
          <p:nvPr/>
        </p:nvSpPr>
        <p:spPr>
          <a:xfrm>
            <a:off x="285749" y="335485"/>
            <a:ext cx="11644313" cy="523220"/>
          </a:xfrm>
          <a:prstGeom prst="rect">
            <a:avLst/>
          </a:prstGeom>
          <a:solidFill>
            <a:srgbClr val="002060"/>
          </a:solidFill>
          <a:ln w="38100">
            <a:solidFill>
              <a:srgbClr val="002060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800" b="1">
                <a:solidFill>
                  <a:schemeClr val="bg1"/>
                </a:solidFill>
                <a:cs typeface="Arial Narrow" panose="020B0604020202020204" pitchFamily="34" charset="0"/>
              </a:rPr>
              <a:t>Company Overview  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67C8EA4-1D02-CD60-2076-2C42B9F79DE0}"/>
              </a:ext>
            </a:extLst>
          </p:cNvPr>
          <p:cNvCxnSpPr>
            <a:cxnSpLocks/>
          </p:cNvCxnSpPr>
          <p:nvPr/>
        </p:nvCxnSpPr>
        <p:spPr>
          <a:xfrm>
            <a:off x="161925" y="335485"/>
            <a:ext cx="0" cy="5779565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69834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B2D58C-A692-4DD5-884A-95E35F59D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F724B61-11FF-FF27-E351-6208F6DDC894}"/>
              </a:ext>
            </a:extLst>
          </p:cNvPr>
          <p:cNvSpPr txBox="1"/>
          <p:nvPr/>
        </p:nvSpPr>
        <p:spPr>
          <a:xfrm>
            <a:off x="285749" y="335485"/>
            <a:ext cx="11644313" cy="523220"/>
          </a:xfrm>
          <a:prstGeom prst="rect">
            <a:avLst/>
          </a:prstGeom>
          <a:solidFill>
            <a:srgbClr val="002060"/>
          </a:solidFill>
          <a:ln w="38100">
            <a:solidFill>
              <a:srgbClr val="002060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800" b="1">
                <a:solidFill>
                  <a:schemeClr val="bg1"/>
                </a:solidFill>
                <a:cs typeface="Arial Narrow" panose="020B0604020202020204" pitchFamily="34" charset="0"/>
              </a:rPr>
              <a:t>Industry Overview 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ACEA90E-EEA3-3D27-776C-36FA16BF2BD3}"/>
              </a:ext>
            </a:extLst>
          </p:cNvPr>
          <p:cNvCxnSpPr>
            <a:cxnSpLocks/>
          </p:cNvCxnSpPr>
          <p:nvPr/>
        </p:nvCxnSpPr>
        <p:spPr>
          <a:xfrm>
            <a:off x="161925" y="335485"/>
            <a:ext cx="0" cy="5779565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F57C6247-127E-7106-95D2-D81E89A9E061}"/>
              </a:ext>
            </a:extLst>
          </p:cNvPr>
          <p:cNvSpPr txBox="1"/>
          <p:nvPr/>
        </p:nvSpPr>
        <p:spPr>
          <a:xfrm>
            <a:off x="435428" y="1091292"/>
            <a:ext cx="4228011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>
                <a:cs typeface="Calibri"/>
              </a:rPr>
              <a:t>Industry Niche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EEBF46-67B1-C6B5-BD57-8CDBF0C39E56}"/>
              </a:ext>
            </a:extLst>
          </p:cNvPr>
          <p:cNvSpPr txBox="1"/>
          <p:nvPr/>
        </p:nvSpPr>
        <p:spPr>
          <a:xfrm>
            <a:off x="517071" y="1510393"/>
            <a:ext cx="436789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>
                <a:cs typeface="Calibri"/>
              </a:rPr>
              <a:t>John Smith</a:t>
            </a:r>
          </a:p>
          <a:p>
            <a:pPr marL="285750" indent="-285750">
              <a:buFont typeface="Arial"/>
              <a:buChar char="•"/>
            </a:pPr>
            <a:endParaRPr lang="en-US" dirty="0">
              <a:cs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F10FD72-A48E-7A78-1DC9-5B24551122FF}"/>
              </a:ext>
            </a:extLst>
          </p:cNvPr>
          <p:cNvSpPr txBox="1"/>
          <p:nvPr/>
        </p:nvSpPr>
        <p:spPr>
          <a:xfrm>
            <a:off x="432707" y="3366407"/>
            <a:ext cx="4150178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>
                <a:cs typeface="Calibri"/>
              </a:rPr>
              <a:t>Outlook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FD5F10-7C26-ACE7-B227-86E47659610C}"/>
              </a:ext>
            </a:extLst>
          </p:cNvPr>
          <p:cNvSpPr txBox="1"/>
          <p:nvPr/>
        </p:nvSpPr>
        <p:spPr>
          <a:xfrm>
            <a:off x="435428" y="3918857"/>
            <a:ext cx="414473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>
                <a:cs typeface="Calibri"/>
              </a:rPr>
              <a:t>Lorem Ipsum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332DCAE-3279-41DF-E712-E36A112BF133}"/>
              </a:ext>
            </a:extLst>
          </p:cNvPr>
          <p:cNvCxnSpPr/>
          <p:nvPr/>
        </p:nvCxnSpPr>
        <p:spPr>
          <a:xfrm flipH="1">
            <a:off x="6057412" y="1088136"/>
            <a:ext cx="828" cy="5573460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4E2237F7-801B-7C23-73C6-53C5FE891B9B}"/>
              </a:ext>
            </a:extLst>
          </p:cNvPr>
          <p:cNvSpPr txBox="1"/>
          <p:nvPr/>
        </p:nvSpPr>
        <p:spPr>
          <a:xfrm>
            <a:off x="6599464" y="1115785"/>
            <a:ext cx="5293178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>
                <a:cs typeface="Calibri"/>
              </a:rPr>
              <a:t>Competitors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B44BF9B-D17D-9990-9718-6A77EC8FEA33}"/>
              </a:ext>
            </a:extLst>
          </p:cNvPr>
          <p:cNvSpPr txBox="1"/>
          <p:nvPr/>
        </p:nvSpPr>
        <p:spPr>
          <a:xfrm>
            <a:off x="6599464" y="162562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002110"/>
                </a:solidFill>
                <a:effectLst/>
                <a:latin typeface="Google Sans"/>
              </a:rPr>
              <a:t>Delet</a:t>
            </a:r>
            <a:r>
              <a:rPr lang="en-US" dirty="0">
                <a:solidFill>
                  <a:srgbClr val="002110"/>
                </a:solidFill>
                <a:latin typeface="Google Sans"/>
              </a:rPr>
              <a:t>e this line and insert brand logos of competitors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27150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F9BC38-078A-1762-F382-BBEB7F573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6C82F80-183A-1A53-578C-F21E94992955}"/>
              </a:ext>
            </a:extLst>
          </p:cNvPr>
          <p:cNvSpPr txBox="1"/>
          <p:nvPr/>
        </p:nvSpPr>
        <p:spPr>
          <a:xfrm>
            <a:off x="285749" y="335485"/>
            <a:ext cx="11644313" cy="523220"/>
          </a:xfrm>
          <a:prstGeom prst="rect">
            <a:avLst/>
          </a:prstGeom>
          <a:solidFill>
            <a:srgbClr val="002060"/>
          </a:solidFill>
          <a:ln w="38100">
            <a:solidFill>
              <a:srgbClr val="002060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800" b="1">
                <a:solidFill>
                  <a:schemeClr val="bg1"/>
                </a:solidFill>
                <a:cs typeface="Arial Narrow" panose="020B0604020202020204" pitchFamily="34" charset="0"/>
              </a:rPr>
              <a:t>Analyst Coverage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BBC6F96-C929-34A3-640F-5D41FA5CA2B1}"/>
              </a:ext>
            </a:extLst>
          </p:cNvPr>
          <p:cNvCxnSpPr>
            <a:cxnSpLocks/>
          </p:cNvCxnSpPr>
          <p:nvPr/>
        </p:nvCxnSpPr>
        <p:spPr>
          <a:xfrm>
            <a:off x="161925" y="335485"/>
            <a:ext cx="0" cy="5779565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9146C51C-5181-D2F7-3F77-4EA850C200C4}"/>
              </a:ext>
            </a:extLst>
          </p:cNvPr>
          <p:cNvSpPr txBox="1"/>
          <p:nvPr/>
        </p:nvSpPr>
        <p:spPr>
          <a:xfrm>
            <a:off x="285749" y="1042988"/>
            <a:ext cx="5686436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0" i="0" u="none" strike="noStrike">
                <a:solidFill>
                  <a:srgbClr val="000000"/>
                </a:solidFill>
                <a:effectLst/>
                <a:latin typeface="-webkit-standard"/>
              </a:rPr>
              <a:t> Analyst Estimates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BC21BF-0C8C-7725-B71B-8878C2B7436A}"/>
              </a:ext>
            </a:extLst>
          </p:cNvPr>
          <p:cNvSpPr txBox="1"/>
          <p:nvPr/>
        </p:nvSpPr>
        <p:spPr>
          <a:xfrm>
            <a:off x="297659" y="3660969"/>
            <a:ext cx="5674526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0" i="0" u="none" strike="noStrike">
                <a:solidFill>
                  <a:srgbClr val="000000"/>
                </a:solidFill>
                <a:effectLst/>
                <a:latin typeface="-webkit-standard"/>
              </a:rPr>
              <a:t> Analyst Commentary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7D2FED-B8FE-0CA4-DAF9-83194C8085DC}"/>
              </a:ext>
            </a:extLst>
          </p:cNvPr>
          <p:cNvSpPr txBox="1"/>
          <p:nvPr/>
        </p:nvSpPr>
        <p:spPr>
          <a:xfrm>
            <a:off x="6343661" y="1042988"/>
            <a:ext cx="5586401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0" i="0" u="none" strike="noStrike">
                <a:solidFill>
                  <a:srgbClr val="000000"/>
                </a:solidFill>
                <a:effectLst/>
                <a:latin typeface="-webkit-standard"/>
              </a:rPr>
              <a:t> Historical Stock Price</a:t>
            </a:r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218BAF2-479F-0C63-8498-A0097600CEAD}"/>
              </a:ext>
            </a:extLst>
          </p:cNvPr>
          <p:cNvSpPr txBox="1"/>
          <p:nvPr/>
        </p:nvSpPr>
        <p:spPr>
          <a:xfrm>
            <a:off x="297659" y="1596603"/>
            <a:ext cx="5043487" cy="147732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Analysts average price target is $X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Closed today at $X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Calibri"/>
              </a:rPr>
              <a:t>Insert a trend analysts are observing (yahoo finance)</a:t>
            </a:r>
            <a:endParaRPr lang="en-US" dirty="0"/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5A08B7-D464-A430-E31B-B0F837796B5A}"/>
              </a:ext>
            </a:extLst>
          </p:cNvPr>
          <p:cNvSpPr txBox="1"/>
          <p:nvPr/>
        </p:nvSpPr>
        <p:spPr>
          <a:xfrm>
            <a:off x="288366" y="4356530"/>
            <a:ext cx="5402400" cy="9233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b="1" dirty="0">
                <a:cs typeface="Calibri"/>
              </a:rPr>
              <a:t>Insert in bold what analyst sentiment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12" name="Picture 11" descr="A screenshot of a graph&#10;&#10;Description automatically generated">
            <a:extLst>
              <a:ext uri="{FF2B5EF4-FFF2-40B4-BE49-F238E27FC236}">
                <a16:creationId xmlns:a16="http://schemas.microsoft.com/office/drawing/2014/main" id="{BA7202F6-6C68-B64E-723D-45819B745D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9025" y="2092960"/>
            <a:ext cx="2996410" cy="456957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FF18B6D-7853-6139-7776-027DFA4ACF59}"/>
              </a:ext>
            </a:extLst>
          </p:cNvPr>
          <p:cNvSpPr txBox="1"/>
          <p:nvPr/>
        </p:nvSpPr>
        <p:spPr>
          <a:xfrm>
            <a:off x="6107905" y="153934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002110"/>
                </a:solidFill>
                <a:effectLst/>
                <a:latin typeface="Google Sans"/>
              </a:rPr>
              <a:t>Delete this line and insert the below charts from yahoo finance</a:t>
            </a:r>
          </a:p>
          <a:p>
            <a:r>
              <a:rPr lang="en-US" dirty="0">
                <a:solidFill>
                  <a:srgbClr val="002110"/>
                </a:solidFill>
                <a:latin typeface="Google Sans"/>
              </a:rPr>
              <a:t>(scroll down on the page and you will see them)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17365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899F0-8CAD-D685-8EED-3812895E8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45F98FB-5C84-B7EA-2F95-0A6E9AF8A1D9}"/>
              </a:ext>
            </a:extLst>
          </p:cNvPr>
          <p:cNvSpPr txBox="1"/>
          <p:nvPr/>
        </p:nvSpPr>
        <p:spPr>
          <a:xfrm>
            <a:off x="285749" y="335485"/>
            <a:ext cx="11644313" cy="523220"/>
          </a:xfrm>
          <a:prstGeom prst="rect">
            <a:avLst/>
          </a:prstGeom>
          <a:solidFill>
            <a:srgbClr val="002060"/>
          </a:solidFill>
          <a:ln w="38100">
            <a:solidFill>
              <a:srgbClr val="002060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800" b="1">
                <a:solidFill>
                  <a:schemeClr val="bg1"/>
                </a:solidFill>
                <a:cs typeface="Arial Narrow" panose="020B0604020202020204" pitchFamily="34" charset="0"/>
              </a:rPr>
              <a:t>Corporate Governance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20C4AF4-8C70-FE91-CA8A-749016087FBE}"/>
              </a:ext>
            </a:extLst>
          </p:cNvPr>
          <p:cNvCxnSpPr>
            <a:cxnSpLocks/>
          </p:cNvCxnSpPr>
          <p:nvPr/>
        </p:nvCxnSpPr>
        <p:spPr>
          <a:xfrm>
            <a:off x="161925" y="335485"/>
            <a:ext cx="0" cy="5779565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33302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B400B3-16D7-D3FE-0E06-221450AB6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D211B34-E831-D2B6-C01C-24CDB791D8E7}"/>
              </a:ext>
            </a:extLst>
          </p:cNvPr>
          <p:cNvSpPr txBox="1"/>
          <p:nvPr/>
        </p:nvSpPr>
        <p:spPr>
          <a:xfrm>
            <a:off x="285749" y="335485"/>
            <a:ext cx="11644313" cy="523220"/>
          </a:xfrm>
          <a:prstGeom prst="rect">
            <a:avLst/>
          </a:prstGeom>
          <a:solidFill>
            <a:srgbClr val="002060"/>
          </a:solidFill>
          <a:ln w="38100">
            <a:solidFill>
              <a:srgbClr val="002060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800" b="1">
                <a:solidFill>
                  <a:schemeClr val="bg1"/>
                </a:solidFill>
                <a:cs typeface="Arial Narrow" panose="020B0604020202020204" pitchFamily="34" charset="0"/>
              </a:rPr>
              <a:t>Company News 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442B4F6-FA9C-0973-135A-5258DF6F43B0}"/>
              </a:ext>
            </a:extLst>
          </p:cNvPr>
          <p:cNvCxnSpPr>
            <a:cxnSpLocks/>
          </p:cNvCxnSpPr>
          <p:nvPr/>
        </p:nvCxnSpPr>
        <p:spPr>
          <a:xfrm>
            <a:off x="161925" y="335485"/>
            <a:ext cx="0" cy="5779565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63156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7BA416-0FFC-A12D-9D3D-8A4B68A0D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7B5AD68-09DF-3701-80EF-B05E852C1041}"/>
              </a:ext>
            </a:extLst>
          </p:cNvPr>
          <p:cNvSpPr txBox="1"/>
          <p:nvPr/>
        </p:nvSpPr>
        <p:spPr>
          <a:xfrm>
            <a:off x="285749" y="335485"/>
            <a:ext cx="11644313" cy="523220"/>
          </a:xfrm>
          <a:prstGeom prst="rect">
            <a:avLst/>
          </a:prstGeom>
          <a:solidFill>
            <a:srgbClr val="002060"/>
          </a:solidFill>
          <a:ln w="38100">
            <a:solidFill>
              <a:srgbClr val="002060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800" b="1">
                <a:solidFill>
                  <a:schemeClr val="bg1"/>
                </a:solidFill>
                <a:cs typeface="Arial Narrow" panose="020B0604020202020204" pitchFamily="34" charset="0"/>
              </a:rPr>
              <a:t>Comparable Companies Analysis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E316FD5-B18D-7219-A1F0-FF31CC59790A}"/>
              </a:ext>
            </a:extLst>
          </p:cNvPr>
          <p:cNvCxnSpPr>
            <a:cxnSpLocks/>
          </p:cNvCxnSpPr>
          <p:nvPr/>
        </p:nvCxnSpPr>
        <p:spPr>
          <a:xfrm>
            <a:off x="161925" y="335485"/>
            <a:ext cx="0" cy="5779565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80796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7BA416-0FFC-A12D-9D3D-8A4B68A0D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7B5AD68-09DF-3701-80EF-B05E852C1041}"/>
              </a:ext>
            </a:extLst>
          </p:cNvPr>
          <p:cNvSpPr txBox="1"/>
          <p:nvPr/>
        </p:nvSpPr>
        <p:spPr>
          <a:xfrm>
            <a:off x="285749" y="335485"/>
            <a:ext cx="11644313" cy="523220"/>
          </a:xfrm>
          <a:prstGeom prst="rect">
            <a:avLst/>
          </a:prstGeom>
          <a:solidFill>
            <a:srgbClr val="002060"/>
          </a:solidFill>
          <a:ln w="38100">
            <a:solidFill>
              <a:srgbClr val="002060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800" b="1">
                <a:solidFill>
                  <a:schemeClr val="bg1"/>
                </a:solidFill>
                <a:cs typeface="Arial Narrow" panose="020B0604020202020204" pitchFamily="34" charset="0"/>
              </a:rPr>
              <a:t>Discounted Cash Flow </a:t>
            </a:r>
            <a:endParaRPr lang="en-US">
              <a:solidFill>
                <a:schemeClr val="bg1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E316FD5-B18D-7219-A1F0-FF31CC59790A}"/>
              </a:ext>
            </a:extLst>
          </p:cNvPr>
          <p:cNvCxnSpPr>
            <a:cxnSpLocks/>
          </p:cNvCxnSpPr>
          <p:nvPr/>
        </p:nvCxnSpPr>
        <p:spPr>
          <a:xfrm>
            <a:off x="161925" y="335485"/>
            <a:ext cx="0" cy="5779565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50416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7BA416-0FFC-A12D-9D3D-8A4B68A0D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7B5AD68-09DF-3701-80EF-B05E852C1041}"/>
              </a:ext>
            </a:extLst>
          </p:cNvPr>
          <p:cNvSpPr txBox="1"/>
          <p:nvPr/>
        </p:nvSpPr>
        <p:spPr>
          <a:xfrm>
            <a:off x="285749" y="335485"/>
            <a:ext cx="11644313" cy="523220"/>
          </a:xfrm>
          <a:prstGeom prst="rect">
            <a:avLst/>
          </a:prstGeom>
          <a:solidFill>
            <a:srgbClr val="002060"/>
          </a:solidFill>
          <a:ln w="38100">
            <a:solidFill>
              <a:srgbClr val="002060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800" b="1">
                <a:solidFill>
                  <a:schemeClr val="bg1"/>
                </a:solidFill>
                <a:cs typeface="Arial Narrow" panose="020B0604020202020204" pitchFamily="34" charset="0"/>
              </a:rPr>
              <a:t>WACC &amp; Terminal Value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E316FD5-B18D-7219-A1F0-FF31CC59790A}"/>
              </a:ext>
            </a:extLst>
          </p:cNvPr>
          <p:cNvCxnSpPr>
            <a:cxnSpLocks/>
          </p:cNvCxnSpPr>
          <p:nvPr/>
        </p:nvCxnSpPr>
        <p:spPr>
          <a:xfrm>
            <a:off x="161925" y="335485"/>
            <a:ext cx="0" cy="5779565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63714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95777-C3AA-C295-1296-BB7ABCB1B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BDC1F47-651E-8A09-5CC0-6A2D07BDE0FC}"/>
              </a:ext>
            </a:extLst>
          </p:cNvPr>
          <p:cNvSpPr txBox="1"/>
          <p:nvPr/>
        </p:nvSpPr>
        <p:spPr>
          <a:xfrm>
            <a:off x="285749" y="335485"/>
            <a:ext cx="11644313" cy="523220"/>
          </a:xfrm>
          <a:prstGeom prst="rect">
            <a:avLst/>
          </a:prstGeom>
          <a:solidFill>
            <a:srgbClr val="002060"/>
          </a:solidFill>
          <a:ln w="38100">
            <a:solidFill>
              <a:srgbClr val="002060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800" b="1">
                <a:solidFill>
                  <a:schemeClr val="bg1"/>
                </a:solidFill>
                <a:cs typeface="Arial Narrow" panose="020B0604020202020204" pitchFamily="34" charset="0"/>
              </a:rPr>
              <a:t>Football Field Analysis – 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14F3C7F-34A9-6616-D830-5E92A4D7B061}"/>
              </a:ext>
            </a:extLst>
          </p:cNvPr>
          <p:cNvCxnSpPr>
            <a:cxnSpLocks/>
          </p:cNvCxnSpPr>
          <p:nvPr/>
        </p:nvCxnSpPr>
        <p:spPr>
          <a:xfrm>
            <a:off x="161925" y="335485"/>
            <a:ext cx="0" cy="5779565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10793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158</Words>
  <Application>Microsoft Office PowerPoint</Application>
  <PresentationFormat>Widescreen</PresentationFormat>
  <Paragraphs>33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Arial Narrow</vt:lpstr>
      <vt:lpstr>Calibri</vt:lpstr>
      <vt:lpstr>Calibri Light</vt:lpstr>
      <vt:lpstr>Google Sans</vt:lpstr>
      <vt:lpstr>-webkit-standard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Mihalik, Anna</dc:creator>
  <cp:lastModifiedBy>Goldberg, Leo</cp:lastModifiedBy>
  <cp:revision>2</cp:revision>
  <dcterms:created xsi:type="dcterms:W3CDTF">2024-01-31T03:52:44Z</dcterms:created>
  <dcterms:modified xsi:type="dcterms:W3CDTF">2024-03-29T17:45:07Z</dcterms:modified>
</cp:coreProperties>
</file>